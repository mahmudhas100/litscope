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Poppins" charset="1" panose="00000500000000000000"/>
      <p:regular r:id="rId19"/>
    </p:embeddedFont>
    <p:embeddedFont>
      <p:font typeface="Poppins Bold" charset="1" panose="00000800000000000000"/>
      <p:regular r:id="rId20"/>
    </p:embeddedFont>
    <p:embeddedFont>
      <p:font typeface="Poppins Medium" charset="1" panose="0000060000000000000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http://litscope.vercel.app" TargetMode="External" Type="http://schemas.openxmlformats.org/officeDocument/2006/relationships/hyperlink"/><Relationship Id="rId4"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 Id="rId4" Target="http://litscope.vercel.app" TargetMode="External" Type="http://schemas.openxmlformats.org/officeDocument/2006/relationships/hyperlink"/><Relationship Id="rId5" Target="../media/image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7.png" Type="http://schemas.openxmlformats.org/officeDocument/2006/relationships/image"/><Relationship Id="rId4" Target="http://litscope.vercel.app" TargetMode="External" Type="http://schemas.openxmlformats.org/officeDocument/2006/relationships/hyperlink"/></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http://litscope.vercel.app" TargetMode="External" Type="http://schemas.openxmlformats.org/officeDocument/2006/relationships/hyperlink"/></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9.png" Type="http://schemas.openxmlformats.org/officeDocument/2006/relationships/image"/><Relationship Id="rId4" Target="http://litscope.vercel.app" TargetMode="External" Type="http://schemas.openxmlformats.org/officeDocument/2006/relationships/hyperlink"/></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http://litscope.vercel.app" TargetMode="External" Type="http://schemas.openxmlformats.org/officeDocument/2006/relationships/hyperlink"/></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0.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http://litscope.vercel.app" TargetMode="External" Type="http://schemas.openxmlformats.org/officeDocument/2006/relationships/hyperlink"/><Relationship Id="rId3"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71616"/>
        </a:solidFill>
      </p:bgPr>
    </p:bg>
    <p:spTree>
      <p:nvGrpSpPr>
        <p:cNvPr id="1" name=""/>
        <p:cNvGrpSpPr/>
        <p:nvPr/>
      </p:nvGrpSpPr>
      <p:grpSpPr>
        <a:xfrm>
          <a:off x="0" y="0"/>
          <a:ext cx="0" cy="0"/>
          <a:chOff x="0" y="0"/>
          <a:chExt cx="0" cy="0"/>
        </a:xfrm>
      </p:grpSpPr>
      <p:grpSp>
        <p:nvGrpSpPr>
          <p:cNvPr name="Group 2" id="2"/>
          <p:cNvGrpSpPr/>
          <p:nvPr/>
        </p:nvGrpSpPr>
        <p:grpSpPr>
          <a:xfrm rot="524141">
            <a:off x="-720571" y="-1702946"/>
            <a:ext cx="4544240" cy="5877852"/>
            <a:chOff x="0" y="0"/>
            <a:chExt cx="665246" cy="860478"/>
          </a:xfrm>
        </p:grpSpPr>
        <p:sp>
          <p:nvSpPr>
            <p:cNvPr name="Freeform 3" id="3"/>
            <p:cNvSpPr/>
            <p:nvPr/>
          </p:nvSpPr>
          <p:spPr>
            <a:xfrm flipH="false" flipV="false" rot="0">
              <a:off x="0" y="0"/>
              <a:ext cx="665246" cy="860478"/>
            </a:xfrm>
            <a:custGeom>
              <a:avLst/>
              <a:gdLst/>
              <a:ahLst/>
              <a:cxnLst/>
              <a:rect r="r" b="b" t="t" l="l"/>
              <a:pathLst>
                <a:path h="860478" w="665246">
                  <a:moveTo>
                    <a:pt x="115850" y="0"/>
                  </a:moveTo>
                  <a:lnTo>
                    <a:pt x="549396" y="0"/>
                  </a:lnTo>
                  <a:cubicBezTo>
                    <a:pt x="580122" y="0"/>
                    <a:pt x="609588" y="12206"/>
                    <a:pt x="631315" y="33932"/>
                  </a:cubicBezTo>
                  <a:cubicBezTo>
                    <a:pt x="653041" y="55658"/>
                    <a:pt x="665246" y="85125"/>
                    <a:pt x="665246" y="115850"/>
                  </a:cubicBezTo>
                  <a:lnTo>
                    <a:pt x="665246" y="744628"/>
                  </a:lnTo>
                  <a:cubicBezTo>
                    <a:pt x="665246" y="808610"/>
                    <a:pt x="613378" y="860478"/>
                    <a:pt x="549396" y="860478"/>
                  </a:cubicBezTo>
                  <a:lnTo>
                    <a:pt x="115850" y="860478"/>
                  </a:lnTo>
                  <a:cubicBezTo>
                    <a:pt x="51868" y="860478"/>
                    <a:pt x="0" y="808610"/>
                    <a:pt x="0" y="744628"/>
                  </a:cubicBezTo>
                  <a:lnTo>
                    <a:pt x="0" y="115850"/>
                  </a:lnTo>
                  <a:cubicBezTo>
                    <a:pt x="0" y="51868"/>
                    <a:pt x="51868" y="0"/>
                    <a:pt x="115850" y="0"/>
                  </a:cubicBezTo>
                  <a:close/>
                </a:path>
              </a:pathLst>
            </a:custGeom>
            <a:solidFill>
              <a:srgbClr val="514C9D"/>
            </a:solidFill>
          </p:spPr>
        </p:sp>
        <p:sp>
          <p:nvSpPr>
            <p:cNvPr name="TextBox 4" id="4"/>
            <p:cNvSpPr txBox="true"/>
            <p:nvPr/>
          </p:nvSpPr>
          <p:spPr>
            <a:xfrm>
              <a:off x="0" y="-57150"/>
              <a:ext cx="665246" cy="91762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524141">
            <a:off x="11729743" y="4532546"/>
            <a:ext cx="7307079" cy="9451509"/>
            <a:chOff x="0" y="0"/>
            <a:chExt cx="665246" cy="860478"/>
          </a:xfrm>
        </p:grpSpPr>
        <p:sp>
          <p:nvSpPr>
            <p:cNvPr name="Freeform 6" id="6"/>
            <p:cNvSpPr/>
            <p:nvPr/>
          </p:nvSpPr>
          <p:spPr>
            <a:xfrm flipH="false" flipV="false" rot="0">
              <a:off x="0" y="0"/>
              <a:ext cx="665246" cy="860478"/>
            </a:xfrm>
            <a:custGeom>
              <a:avLst/>
              <a:gdLst/>
              <a:ahLst/>
              <a:cxnLst/>
              <a:rect r="r" b="b" t="t" l="l"/>
              <a:pathLst>
                <a:path h="860478" w="665246">
                  <a:moveTo>
                    <a:pt x="72047" y="0"/>
                  </a:moveTo>
                  <a:lnTo>
                    <a:pt x="593200" y="0"/>
                  </a:lnTo>
                  <a:cubicBezTo>
                    <a:pt x="612308" y="0"/>
                    <a:pt x="630633" y="7591"/>
                    <a:pt x="644144" y="21102"/>
                  </a:cubicBezTo>
                  <a:cubicBezTo>
                    <a:pt x="657656" y="34613"/>
                    <a:pt x="665246" y="52939"/>
                    <a:pt x="665246" y="72047"/>
                  </a:cubicBezTo>
                  <a:lnTo>
                    <a:pt x="665246" y="788431"/>
                  </a:lnTo>
                  <a:cubicBezTo>
                    <a:pt x="665246" y="807539"/>
                    <a:pt x="657656" y="825865"/>
                    <a:pt x="644144" y="839376"/>
                  </a:cubicBezTo>
                  <a:cubicBezTo>
                    <a:pt x="630633" y="852887"/>
                    <a:pt x="612308" y="860478"/>
                    <a:pt x="593200" y="860478"/>
                  </a:cubicBezTo>
                  <a:lnTo>
                    <a:pt x="72047" y="860478"/>
                  </a:lnTo>
                  <a:cubicBezTo>
                    <a:pt x="52939" y="860478"/>
                    <a:pt x="34613" y="852887"/>
                    <a:pt x="21102" y="839376"/>
                  </a:cubicBezTo>
                  <a:cubicBezTo>
                    <a:pt x="7591" y="825865"/>
                    <a:pt x="0" y="807539"/>
                    <a:pt x="0" y="788431"/>
                  </a:cubicBezTo>
                  <a:lnTo>
                    <a:pt x="0" y="72047"/>
                  </a:lnTo>
                  <a:cubicBezTo>
                    <a:pt x="0" y="52939"/>
                    <a:pt x="7591" y="34613"/>
                    <a:pt x="21102" y="21102"/>
                  </a:cubicBezTo>
                  <a:cubicBezTo>
                    <a:pt x="34613" y="7591"/>
                    <a:pt x="52939" y="0"/>
                    <a:pt x="72047" y="0"/>
                  </a:cubicBezTo>
                  <a:close/>
                </a:path>
              </a:pathLst>
            </a:custGeom>
            <a:solidFill>
              <a:srgbClr val="514C9D"/>
            </a:solidFill>
          </p:spPr>
        </p:sp>
        <p:sp>
          <p:nvSpPr>
            <p:cNvPr name="TextBox 7" id="7"/>
            <p:cNvSpPr txBox="true"/>
            <p:nvPr/>
          </p:nvSpPr>
          <p:spPr>
            <a:xfrm>
              <a:off x="0" y="-57150"/>
              <a:ext cx="665246" cy="917628"/>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a:grpSpLocks noChangeAspect="true"/>
          </p:cNvGrpSpPr>
          <p:nvPr/>
        </p:nvGrpSpPr>
        <p:grpSpPr>
          <a:xfrm rot="0">
            <a:off x="-759147" y="3946755"/>
            <a:ext cx="5002812" cy="9898924"/>
            <a:chOff x="0" y="0"/>
            <a:chExt cx="2620010" cy="5184140"/>
          </a:xfrm>
        </p:grpSpPr>
        <p:sp>
          <p:nvSpPr>
            <p:cNvPr name="Freeform 9" id="9"/>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2B2A2A"/>
            </a:solidFill>
          </p:spPr>
        </p:sp>
        <p:sp>
          <p:nvSpPr>
            <p:cNvPr name="Freeform 10" id="10"/>
            <p:cNvSpPr/>
            <p:nvPr/>
          </p:nvSpPr>
          <p:spPr>
            <a:xfrm flipH="false" flipV="false" rot="0">
              <a:off x="185420" y="156210"/>
              <a:ext cx="2251710" cy="4876800"/>
            </a:xfrm>
            <a:custGeom>
              <a:avLst/>
              <a:gdLst/>
              <a:ahLst/>
              <a:cxnLst/>
              <a:rect r="r" b="b" t="t" l="l"/>
              <a:pathLst>
                <a:path h="4876800" w="225171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solidFill>
              <a:srgbClr val="414040"/>
            </a:solidFill>
            <a:ln w="12700">
              <a:solidFill>
                <a:srgbClr val="000000"/>
              </a:solidFill>
            </a:ln>
          </p:spPr>
        </p:sp>
        <p:sp>
          <p:nvSpPr>
            <p:cNvPr name="Freeform 11" id="11"/>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171616"/>
            </a:solidFill>
          </p:spPr>
        </p:sp>
        <p:sp>
          <p:nvSpPr>
            <p:cNvPr name="Freeform 12" id="12"/>
            <p:cNvSpPr/>
            <p:nvPr/>
          </p:nvSpPr>
          <p:spPr>
            <a:xfrm flipH="false" flipV="false" rot="0">
              <a:off x="1578312" y="187909"/>
              <a:ext cx="66636" cy="63602"/>
            </a:xfrm>
            <a:custGeom>
              <a:avLst/>
              <a:gdLst/>
              <a:ahLst/>
              <a:cxnLst/>
              <a:rect r="r" b="b" t="t" l="l"/>
              <a:pathLst>
                <a:path h="63602" w="66636">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171616"/>
            </a:solidFill>
          </p:spPr>
        </p:sp>
        <p:sp>
          <p:nvSpPr>
            <p:cNvPr name="Freeform 13" id="13"/>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F0B7D0"/>
            </a:solidFill>
          </p:spPr>
        </p:sp>
        <p:sp>
          <p:nvSpPr>
            <p:cNvPr name="Freeform 14" id="14"/>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F0B7D0"/>
            </a:solidFill>
          </p:spPr>
        </p:sp>
        <p:sp>
          <p:nvSpPr>
            <p:cNvPr name="Freeform 15" id="15"/>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F0B7D0"/>
            </a:solidFill>
          </p:spPr>
        </p:sp>
        <p:sp>
          <p:nvSpPr>
            <p:cNvPr name="Freeform 16" id="16"/>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F0B7D0"/>
            </a:solidFill>
          </p:spPr>
        </p:sp>
        <p:sp>
          <p:nvSpPr>
            <p:cNvPr name="Freeform 17" id="17"/>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FDFDFD"/>
            </a:solidFill>
          </p:spPr>
        </p:sp>
      </p:grpSp>
      <p:grpSp>
        <p:nvGrpSpPr>
          <p:cNvPr name="Group 18" id="18"/>
          <p:cNvGrpSpPr/>
          <p:nvPr/>
        </p:nvGrpSpPr>
        <p:grpSpPr>
          <a:xfrm rot="0">
            <a:off x="2907507" y="2541498"/>
            <a:ext cx="14168570" cy="4890634"/>
            <a:chOff x="0" y="0"/>
            <a:chExt cx="3731640" cy="1288068"/>
          </a:xfrm>
        </p:grpSpPr>
        <p:sp>
          <p:nvSpPr>
            <p:cNvPr name="Freeform 19" id="19"/>
            <p:cNvSpPr/>
            <p:nvPr/>
          </p:nvSpPr>
          <p:spPr>
            <a:xfrm flipH="false" flipV="false" rot="0">
              <a:off x="0" y="0"/>
              <a:ext cx="3731640" cy="1288068"/>
            </a:xfrm>
            <a:custGeom>
              <a:avLst/>
              <a:gdLst/>
              <a:ahLst/>
              <a:cxnLst/>
              <a:rect r="r" b="b" t="t" l="l"/>
              <a:pathLst>
                <a:path h="1288068" w="3731640">
                  <a:moveTo>
                    <a:pt x="26774" y="0"/>
                  </a:moveTo>
                  <a:lnTo>
                    <a:pt x="3704866" y="0"/>
                  </a:lnTo>
                  <a:cubicBezTo>
                    <a:pt x="3719653" y="0"/>
                    <a:pt x="3731640" y="11987"/>
                    <a:pt x="3731640" y="26774"/>
                  </a:cubicBezTo>
                  <a:lnTo>
                    <a:pt x="3731640" y="1261294"/>
                  </a:lnTo>
                  <a:cubicBezTo>
                    <a:pt x="3731640" y="1276081"/>
                    <a:pt x="3719653" y="1288068"/>
                    <a:pt x="3704866" y="1288068"/>
                  </a:cubicBezTo>
                  <a:lnTo>
                    <a:pt x="26774" y="1288068"/>
                  </a:lnTo>
                  <a:cubicBezTo>
                    <a:pt x="11987" y="1288068"/>
                    <a:pt x="0" y="1276081"/>
                    <a:pt x="0" y="1261294"/>
                  </a:cubicBezTo>
                  <a:lnTo>
                    <a:pt x="0" y="26774"/>
                  </a:lnTo>
                  <a:cubicBezTo>
                    <a:pt x="0" y="11987"/>
                    <a:pt x="11987" y="0"/>
                    <a:pt x="26774" y="0"/>
                  </a:cubicBezTo>
                  <a:close/>
                </a:path>
              </a:pathLst>
            </a:custGeom>
            <a:solidFill>
              <a:srgbClr val="6B64B8"/>
            </a:solidFill>
          </p:spPr>
        </p:sp>
        <p:sp>
          <p:nvSpPr>
            <p:cNvPr name="TextBox 20" id="20"/>
            <p:cNvSpPr txBox="true"/>
            <p:nvPr/>
          </p:nvSpPr>
          <p:spPr>
            <a:xfrm>
              <a:off x="0" y="-57150"/>
              <a:ext cx="3731640" cy="1345218"/>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7822613" y="6943002"/>
            <a:ext cx="5673782" cy="978261"/>
            <a:chOff x="0" y="0"/>
            <a:chExt cx="1620023" cy="279321"/>
          </a:xfrm>
        </p:grpSpPr>
        <p:sp>
          <p:nvSpPr>
            <p:cNvPr name="Freeform 22" id="22"/>
            <p:cNvSpPr/>
            <p:nvPr/>
          </p:nvSpPr>
          <p:spPr>
            <a:xfrm flipH="false" flipV="false" rot="0">
              <a:off x="0" y="0"/>
              <a:ext cx="1620023" cy="279321"/>
            </a:xfrm>
            <a:custGeom>
              <a:avLst/>
              <a:gdLst/>
              <a:ahLst/>
              <a:cxnLst/>
              <a:rect r="r" b="b" t="t" l="l"/>
              <a:pathLst>
                <a:path h="279321" w="1620023">
                  <a:moveTo>
                    <a:pt x="136451" y="0"/>
                  </a:moveTo>
                  <a:lnTo>
                    <a:pt x="1483573" y="0"/>
                  </a:lnTo>
                  <a:cubicBezTo>
                    <a:pt x="1519762" y="0"/>
                    <a:pt x="1554468" y="14376"/>
                    <a:pt x="1580058" y="39966"/>
                  </a:cubicBezTo>
                  <a:cubicBezTo>
                    <a:pt x="1605647" y="65555"/>
                    <a:pt x="1620023" y="100262"/>
                    <a:pt x="1620023" y="136451"/>
                  </a:cubicBezTo>
                  <a:lnTo>
                    <a:pt x="1620023" y="142870"/>
                  </a:lnTo>
                  <a:cubicBezTo>
                    <a:pt x="1620023" y="218230"/>
                    <a:pt x="1558932" y="279321"/>
                    <a:pt x="1483573" y="279321"/>
                  </a:cubicBezTo>
                  <a:lnTo>
                    <a:pt x="136451" y="279321"/>
                  </a:lnTo>
                  <a:cubicBezTo>
                    <a:pt x="61091" y="279321"/>
                    <a:pt x="0" y="218230"/>
                    <a:pt x="0" y="142870"/>
                  </a:cubicBezTo>
                  <a:lnTo>
                    <a:pt x="0" y="136451"/>
                  </a:lnTo>
                  <a:cubicBezTo>
                    <a:pt x="0" y="61091"/>
                    <a:pt x="61091" y="0"/>
                    <a:pt x="136451" y="0"/>
                  </a:cubicBezTo>
                  <a:close/>
                </a:path>
              </a:pathLst>
            </a:custGeom>
            <a:solidFill>
              <a:srgbClr val="2B2A2A"/>
            </a:solidFill>
          </p:spPr>
        </p:sp>
        <p:sp>
          <p:nvSpPr>
            <p:cNvPr name="TextBox 23" id="23"/>
            <p:cNvSpPr txBox="true"/>
            <p:nvPr/>
          </p:nvSpPr>
          <p:spPr>
            <a:xfrm>
              <a:off x="0" y="-57150"/>
              <a:ext cx="1620023" cy="336471"/>
            </a:xfrm>
            <a:prstGeom prst="rect">
              <a:avLst/>
            </a:prstGeom>
          </p:spPr>
          <p:txBody>
            <a:bodyPr anchor="ctr" rtlCol="false" tIns="50800" lIns="50800" bIns="50800" rIns="50800"/>
            <a:lstStyle/>
            <a:p>
              <a:pPr algn="ctr">
                <a:lnSpc>
                  <a:spcPts val="2659"/>
                </a:lnSpc>
              </a:pPr>
            </a:p>
          </p:txBody>
        </p:sp>
      </p:grpSp>
      <p:sp>
        <p:nvSpPr>
          <p:cNvPr name="TextBox 24" id="24"/>
          <p:cNvSpPr txBox="true"/>
          <p:nvPr/>
        </p:nvSpPr>
        <p:spPr>
          <a:xfrm rot="0">
            <a:off x="6916089" y="7115536"/>
            <a:ext cx="7450803" cy="499251"/>
          </a:xfrm>
          <a:prstGeom prst="rect">
            <a:avLst/>
          </a:prstGeom>
        </p:spPr>
        <p:txBody>
          <a:bodyPr anchor="t" rtlCol="false" tIns="0" lIns="0" bIns="0" rIns="0">
            <a:spAutoFit/>
          </a:bodyPr>
          <a:lstStyle/>
          <a:p>
            <a:pPr algn="ctr">
              <a:lnSpc>
                <a:spcPts val="3841"/>
              </a:lnSpc>
              <a:spcBef>
                <a:spcPct val="0"/>
              </a:spcBef>
            </a:pPr>
            <a:r>
              <a:rPr lang="en-US" sz="2744">
                <a:solidFill>
                  <a:srgbClr val="FDFDFD"/>
                </a:solidFill>
                <a:latin typeface="Poppins"/>
                <a:ea typeface="Poppins"/>
                <a:cs typeface="Poppins"/>
                <a:sym typeface="Poppins"/>
              </a:rPr>
              <a:t>Connecting readers...</a:t>
            </a:r>
          </a:p>
        </p:txBody>
      </p:sp>
      <p:sp>
        <p:nvSpPr>
          <p:cNvPr name="TextBox 25" id="25"/>
          <p:cNvSpPr txBox="true"/>
          <p:nvPr/>
        </p:nvSpPr>
        <p:spPr>
          <a:xfrm rot="0">
            <a:off x="5525540" y="3577959"/>
            <a:ext cx="11057710" cy="1822651"/>
          </a:xfrm>
          <a:prstGeom prst="rect">
            <a:avLst/>
          </a:prstGeom>
        </p:spPr>
        <p:txBody>
          <a:bodyPr anchor="t" rtlCol="false" tIns="0" lIns="0" bIns="0" rIns="0">
            <a:spAutoFit/>
          </a:bodyPr>
          <a:lstStyle/>
          <a:p>
            <a:pPr algn="l">
              <a:lnSpc>
                <a:spcPts val="13182"/>
              </a:lnSpc>
            </a:pPr>
            <a:r>
              <a:rPr lang="en-US" sz="12319" b="true">
                <a:solidFill>
                  <a:srgbClr val="FDFDFD"/>
                </a:solidFill>
                <a:latin typeface="Poppins Bold"/>
                <a:ea typeface="Poppins Bold"/>
                <a:cs typeface="Poppins Bold"/>
                <a:sym typeface="Poppins Bold"/>
              </a:rPr>
              <a:t>LitScope</a:t>
            </a:r>
          </a:p>
        </p:txBody>
      </p:sp>
      <p:sp>
        <p:nvSpPr>
          <p:cNvPr name="TextBox 26" id="26"/>
          <p:cNvSpPr txBox="true"/>
          <p:nvPr/>
        </p:nvSpPr>
        <p:spPr>
          <a:xfrm rot="0">
            <a:off x="5616692" y="5419660"/>
            <a:ext cx="8750200" cy="953817"/>
          </a:xfrm>
          <a:prstGeom prst="rect">
            <a:avLst/>
          </a:prstGeom>
        </p:spPr>
        <p:txBody>
          <a:bodyPr anchor="t" rtlCol="false" tIns="0" lIns="0" bIns="0" rIns="0">
            <a:spAutoFit/>
          </a:bodyPr>
          <a:lstStyle/>
          <a:p>
            <a:pPr algn="l">
              <a:lnSpc>
                <a:spcPts val="6882"/>
              </a:lnSpc>
            </a:pPr>
            <a:r>
              <a:rPr lang="en-US" sz="6431" b="true">
                <a:solidFill>
                  <a:srgbClr val="2B2A2A"/>
                </a:solidFill>
                <a:latin typeface="Poppins Medium"/>
                <a:ea typeface="Poppins Medium"/>
                <a:cs typeface="Poppins Medium"/>
                <a:sym typeface="Poppins Medium"/>
              </a:rPr>
              <a:t>Virtual Reading Club</a:t>
            </a:r>
          </a:p>
        </p:txBody>
      </p:sp>
      <p:grpSp>
        <p:nvGrpSpPr>
          <p:cNvPr name="Group 27" id="27"/>
          <p:cNvGrpSpPr/>
          <p:nvPr/>
        </p:nvGrpSpPr>
        <p:grpSpPr>
          <a:xfrm rot="0">
            <a:off x="9449703" y="1042777"/>
            <a:ext cx="1551389" cy="422257"/>
            <a:chOff x="0" y="0"/>
            <a:chExt cx="531257" cy="144598"/>
          </a:xfrm>
        </p:grpSpPr>
        <p:sp>
          <p:nvSpPr>
            <p:cNvPr name="Freeform 28" id="28"/>
            <p:cNvSpPr/>
            <p:nvPr/>
          </p:nvSpPr>
          <p:spPr>
            <a:xfrm flipH="false" flipV="false" rot="0">
              <a:off x="0" y="0"/>
              <a:ext cx="531257" cy="144598"/>
            </a:xfrm>
            <a:custGeom>
              <a:avLst/>
              <a:gdLst/>
              <a:ahLst/>
              <a:cxnLst/>
              <a:rect r="r" b="b" t="t" l="l"/>
              <a:pathLst>
                <a:path h="144598" w="531257">
                  <a:moveTo>
                    <a:pt x="49903" y="0"/>
                  </a:moveTo>
                  <a:lnTo>
                    <a:pt x="481354" y="0"/>
                  </a:lnTo>
                  <a:cubicBezTo>
                    <a:pt x="508915" y="0"/>
                    <a:pt x="531257" y="22342"/>
                    <a:pt x="531257" y="49903"/>
                  </a:cubicBezTo>
                  <a:lnTo>
                    <a:pt x="531257" y="94694"/>
                  </a:lnTo>
                  <a:cubicBezTo>
                    <a:pt x="531257" y="122255"/>
                    <a:pt x="508915" y="144598"/>
                    <a:pt x="481354" y="144598"/>
                  </a:cubicBezTo>
                  <a:lnTo>
                    <a:pt x="49903" y="144598"/>
                  </a:lnTo>
                  <a:cubicBezTo>
                    <a:pt x="36668" y="144598"/>
                    <a:pt x="23975" y="139340"/>
                    <a:pt x="14616" y="129981"/>
                  </a:cubicBezTo>
                  <a:cubicBezTo>
                    <a:pt x="5258" y="120623"/>
                    <a:pt x="0" y="107930"/>
                    <a:pt x="0" y="94694"/>
                  </a:cubicBezTo>
                  <a:lnTo>
                    <a:pt x="0" y="49903"/>
                  </a:lnTo>
                  <a:cubicBezTo>
                    <a:pt x="0" y="22342"/>
                    <a:pt x="22342" y="0"/>
                    <a:pt x="49903" y="0"/>
                  </a:cubicBezTo>
                  <a:close/>
                </a:path>
              </a:pathLst>
            </a:custGeom>
            <a:solidFill>
              <a:srgbClr val="7B72C8"/>
            </a:solidFill>
            <a:ln cap="sq">
              <a:noFill/>
              <a:prstDash val="solid"/>
              <a:miter/>
            </a:ln>
          </p:spPr>
        </p:sp>
        <p:sp>
          <p:nvSpPr>
            <p:cNvPr name="TextBox 29" id="29"/>
            <p:cNvSpPr txBox="true"/>
            <p:nvPr/>
          </p:nvSpPr>
          <p:spPr>
            <a:xfrm>
              <a:off x="0" y="-57150"/>
              <a:ext cx="531257" cy="201748"/>
            </a:xfrm>
            <a:prstGeom prst="rect">
              <a:avLst/>
            </a:prstGeom>
          </p:spPr>
          <p:txBody>
            <a:bodyPr anchor="ctr" rtlCol="false" tIns="50800" lIns="50800" bIns="50800" rIns="50800"/>
            <a:lstStyle/>
            <a:p>
              <a:pPr algn="ctr" marL="0" indent="0" lvl="0">
                <a:lnSpc>
                  <a:spcPts val="2520"/>
                </a:lnSpc>
                <a:spcBef>
                  <a:spcPct val="0"/>
                </a:spcBef>
              </a:pPr>
            </a:p>
          </p:txBody>
        </p:sp>
      </p:grpSp>
      <p:sp>
        <p:nvSpPr>
          <p:cNvPr name="TextBox 30" id="30"/>
          <p:cNvSpPr txBox="true"/>
          <p:nvPr/>
        </p:nvSpPr>
        <p:spPr>
          <a:xfrm rot="0">
            <a:off x="9688080" y="1049992"/>
            <a:ext cx="1074634" cy="349989"/>
          </a:xfrm>
          <a:prstGeom prst="rect">
            <a:avLst/>
          </a:prstGeom>
        </p:spPr>
        <p:txBody>
          <a:bodyPr anchor="t" rtlCol="false" tIns="0" lIns="0" bIns="0" rIns="0">
            <a:spAutoFit/>
          </a:bodyPr>
          <a:lstStyle/>
          <a:p>
            <a:pPr algn="ctr">
              <a:lnSpc>
                <a:spcPts val="2753"/>
              </a:lnSpc>
            </a:pPr>
            <a:r>
              <a:rPr lang="en-US" sz="1967">
                <a:solidFill>
                  <a:srgbClr val="FDFDFD"/>
                </a:solidFill>
                <a:latin typeface="Poppins"/>
                <a:ea typeface="Poppins"/>
                <a:cs typeface="Poppins"/>
                <a:sym typeface="Poppins"/>
              </a:rPr>
              <a:t>Home</a:t>
            </a:r>
          </a:p>
        </p:txBody>
      </p:sp>
      <p:sp>
        <p:nvSpPr>
          <p:cNvPr name="TextBox 31" id="31"/>
          <p:cNvSpPr txBox="true"/>
          <p:nvPr/>
        </p:nvSpPr>
        <p:spPr>
          <a:xfrm rot="0">
            <a:off x="11491323" y="1049992"/>
            <a:ext cx="1446373" cy="349989"/>
          </a:xfrm>
          <a:prstGeom prst="rect">
            <a:avLst/>
          </a:prstGeom>
        </p:spPr>
        <p:txBody>
          <a:bodyPr anchor="t" rtlCol="false" tIns="0" lIns="0" bIns="0" rIns="0">
            <a:spAutoFit/>
          </a:bodyPr>
          <a:lstStyle/>
          <a:p>
            <a:pPr algn="ctr">
              <a:lnSpc>
                <a:spcPts val="2753"/>
              </a:lnSpc>
            </a:pPr>
            <a:r>
              <a:rPr lang="en-US" sz="1967">
                <a:solidFill>
                  <a:srgbClr val="FDFDFD"/>
                </a:solidFill>
                <a:latin typeface="Poppins"/>
                <a:ea typeface="Poppins"/>
                <a:cs typeface="Poppins"/>
                <a:sym typeface="Poppins"/>
              </a:rPr>
              <a:t>Profile</a:t>
            </a:r>
          </a:p>
        </p:txBody>
      </p:sp>
      <p:sp>
        <p:nvSpPr>
          <p:cNvPr name="TextBox 32" id="32"/>
          <p:cNvSpPr txBox="true"/>
          <p:nvPr/>
        </p:nvSpPr>
        <p:spPr>
          <a:xfrm rot="0">
            <a:off x="13666306" y="1049992"/>
            <a:ext cx="1218869" cy="349989"/>
          </a:xfrm>
          <a:prstGeom prst="rect">
            <a:avLst/>
          </a:prstGeom>
        </p:spPr>
        <p:txBody>
          <a:bodyPr anchor="t" rtlCol="false" tIns="0" lIns="0" bIns="0" rIns="0">
            <a:spAutoFit/>
          </a:bodyPr>
          <a:lstStyle/>
          <a:p>
            <a:pPr algn="ctr">
              <a:lnSpc>
                <a:spcPts val="2753"/>
              </a:lnSpc>
            </a:pPr>
            <a:r>
              <a:rPr lang="en-US" sz="1967">
                <a:solidFill>
                  <a:srgbClr val="FDFDFD"/>
                </a:solidFill>
                <a:latin typeface="Poppins"/>
                <a:ea typeface="Poppins"/>
                <a:cs typeface="Poppins"/>
                <a:sym typeface="Poppins"/>
              </a:rPr>
              <a:t>My Clubs</a:t>
            </a:r>
          </a:p>
        </p:txBody>
      </p:sp>
      <p:sp>
        <p:nvSpPr>
          <p:cNvPr name="TextBox 33" id="33"/>
          <p:cNvSpPr txBox="true"/>
          <p:nvPr/>
        </p:nvSpPr>
        <p:spPr>
          <a:xfrm rot="0">
            <a:off x="15613784" y="1049992"/>
            <a:ext cx="1281321" cy="349989"/>
          </a:xfrm>
          <a:prstGeom prst="rect">
            <a:avLst/>
          </a:prstGeom>
        </p:spPr>
        <p:txBody>
          <a:bodyPr anchor="t" rtlCol="false" tIns="0" lIns="0" bIns="0" rIns="0">
            <a:spAutoFit/>
          </a:bodyPr>
          <a:lstStyle/>
          <a:p>
            <a:pPr algn="ctr">
              <a:lnSpc>
                <a:spcPts val="2753"/>
              </a:lnSpc>
            </a:pPr>
            <a:r>
              <a:rPr lang="en-US" sz="1967">
                <a:solidFill>
                  <a:srgbClr val="DC6C6C"/>
                </a:solidFill>
                <a:latin typeface="Poppins"/>
                <a:ea typeface="Poppins"/>
                <a:cs typeface="Poppins"/>
                <a:sym typeface="Poppins"/>
              </a:rPr>
              <a:t>Log Out</a:t>
            </a:r>
          </a:p>
        </p:txBody>
      </p:sp>
      <p:grpSp>
        <p:nvGrpSpPr>
          <p:cNvPr name="Group 34" id="34"/>
          <p:cNvGrpSpPr/>
          <p:nvPr/>
        </p:nvGrpSpPr>
        <p:grpSpPr>
          <a:xfrm rot="0">
            <a:off x="443960" y="6333491"/>
            <a:ext cx="2596599" cy="2197283"/>
            <a:chOff x="0" y="0"/>
            <a:chExt cx="3462132" cy="2929710"/>
          </a:xfrm>
        </p:grpSpPr>
        <p:sp>
          <p:nvSpPr>
            <p:cNvPr name="TextBox 35" id="35"/>
            <p:cNvSpPr txBox="true"/>
            <p:nvPr/>
          </p:nvSpPr>
          <p:spPr>
            <a:xfrm rot="0">
              <a:off x="0" y="2372696"/>
              <a:ext cx="3462132" cy="557014"/>
            </a:xfrm>
            <a:prstGeom prst="rect">
              <a:avLst/>
            </a:prstGeom>
          </p:spPr>
          <p:txBody>
            <a:bodyPr anchor="t" rtlCol="false" tIns="0" lIns="0" bIns="0" rIns="0">
              <a:spAutoFit/>
            </a:bodyPr>
            <a:lstStyle/>
            <a:p>
              <a:pPr algn="ctr">
                <a:lnSpc>
                  <a:spcPts val="3095"/>
                </a:lnSpc>
              </a:pPr>
              <a:r>
                <a:rPr lang="en-US" sz="2892">
                  <a:solidFill>
                    <a:srgbClr val="FDFDFD"/>
                  </a:solidFill>
                  <a:latin typeface="Poppins"/>
                  <a:ea typeface="Poppins"/>
                  <a:cs typeface="Poppins"/>
                  <a:sym typeface="Poppins"/>
                </a:rPr>
                <a:t>LitScope</a:t>
              </a:r>
            </a:p>
          </p:txBody>
        </p:sp>
        <p:sp>
          <p:nvSpPr>
            <p:cNvPr name="Freeform 36" id="36"/>
            <p:cNvSpPr/>
            <p:nvPr/>
          </p:nvSpPr>
          <p:spPr>
            <a:xfrm flipH="false" flipV="false" rot="0">
              <a:off x="456328" y="0"/>
              <a:ext cx="2502879" cy="2502879"/>
            </a:xfrm>
            <a:custGeom>
              <a:avLst/>
              <a:gdLst/>
              <a:ahLst/>
              <a:cxnLst/>
              <a:rect r="r" b="b" t="t" l="l"/>
              <a:pathLst>
                <a:path h="2502879" w="2502879">
                  <a:moveTo>
                    <a:pt x="0" y="0"/>
                  </a:moveTo>
                  <a:lnTo>
                    <a:pt x="2502879" y="0"/>
                  </a:lnTo>
                  <a:lnTo>
                    <a:pt x="2502879" y="2502879"/>
                  </a:lnTo>
                  <a:lnTo>
                    <a:pt x="0" y="2502879"/>
                  </a:lnTo>
                  <a:lnTo>
                    <a:pt x="0" y="0"/>
                  </a:lnTo>
                  <a:close/>
                </a:path>
              </a:pathLst>
            </a:custGeom>
            <a:blipFill>
              <a:blip r:embed="rId2"/>
              <a:stretch>
                <a:fillRect l="0" t="0" r="0" b="0"/>
              </a:stretch>
            </a:blipFill>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71616"/>
        </a:solidFill>
      </p:bgPr>
    </p:bg>
    <p:spTree>
      <p:nvGrpSpPr>
        <p:cNvPr id="1" name=""/>
        <p:cNvGrpSpPr/>
        <p:nvPr/>
      </p:nvGrpSpPr>
      <p:grpSpPr>
        <a:xfrm>
          <a:off x="0" y="0"/>
          <a:ext cx="0" cy="0"/>
          <a:chOff x="0" y="0"/>
          <a:chExt cx="0" cy="0"/>
        </a:xfrm>
      </p:grpSpPr>
      <p:grpSp>
        <p:nvGrpSpPr>
          <p:cNvPr name="Group 2" id="2"/>
          <p:cNvGrpSpPr/>
          <p:nvPr/>
        </p:nvGrpSpPr>
        <p:grpSpPr>
          <a:xfrm rot="524141">
            <a:off x="-720571" y="-1702946"/>
            <a:ext cx="4544240" cy="5877852"/>
            <a:chOff x="0" y="0"/>
            <a:chExt cx="665246" cy="860478"/>
          </a:xfrm>
        </p:grpSpPr>
        <p:sp>
          <p:nvSpPr>
            <p:cNvPr name="Freeform 3" id="3"/>
            <p:cNvSpPr/>
            <p:nvPr/>
          </p:nvSpPr>
          <p:spPr>
            <a:xfrm flipH="false" flipV="false" rot="0">
              <a:off x="0" y="0"/>
              <a:ext cx="665246" cy="860478"/>
            </a:xfrm>
            <a:custGeom>
              <a:avLst/>
              <a:gdLst/>
              <a:ahLst/>
              <a:cxnLst/>
              <a:rect r="r" b="b" t="t" l="l"/>
              <a:pathLst>
                <a:path h="860478" w="665246">
                  <a:moveTo>
                    <a:pt x="115850" y="0"/>
                  </a:moveTo>
                  <a:lnTo>
                    <a:pt x="549396" y="0"/>
                  </a:lnTo>
                  <a:cubicBezTo>
                    <a:pt x="580122" y="0"/>
                    <a:pt x="609588" y="12206"/>
                    <a:pt x="631315" y="33932"/>
                  </a:cubicBezTo>
                  <a:cubicBezTo>
                    <a:pt x="653041" y="55658"/>
                    <a:pt x="665246" y="85125"/>
                    <a:pt x="665246" y="115850"/>
                  </a:cubicBezTo>
                  <a:lnTo>
                    <a:pt x="665246" y="744628"/>
                  </a:lnTo>
                  <a:cubicBezTo>
                    <a:pt x="665246" y="808610"/>
                    <a:pt x="613378" y="860478"/>
                    <a:pt x="549396" y="860478"/>
                  </a:cubicBezTo>
                  <a:lnTo>
                    <a:pt x="115850" y="860478"/>
                  </a:lnTo>
                  <a:cubicBezTo>
                    <a:pt x="51868" y="860478"/>
                    <a:pt x="0" y="808610"/>
                    <a:pt x="0" y="744628"/>
                  </a:cubicBezTo>
                  <a:lnTo>
                    <a:pt x="0" y="115850"/>
                  </a:lnTo>
                  <a:cubicBezTo>
                    <a:pt x="0" y="51868"/>
                    <a:pt x="51868" y="0"/>
                    <a:pt x="115850" y="0"/>
                  </a:cubicBezTo>
                  <a:close/>
                </a:path>
              </a:pathLst>
            </a:custGeom>
            <a:solidFill>
              <a:srgbClr val="514C9D"/>
            </a:solidFill>
          </p:spPr>
        </p:sp>
        <p:sp>
          <p:nvSpPr>
            <p:cNvPr name="TextBox 4" id="4"/>
            <p:cNvSpPr txBox="true"/>
            <p:nvPr/>
          </p:nvSpPr>
          <p:spPr>
            <a:xfrm>
              <a:off x="0" y="-57150"/>
              <a:ext cx="665246" cy="91762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524141">
            <a:off x="11729743" y="4532546"/>
            <a:ext cx="7307079" cy="9451509"/>
            <a:chOff x="0" y="0"/>
            <a:chExt cx="665246" cy="860478"/>
          </a:xfrm>
        </p:grpSpPr>
        <p:sp>
          <p:nvSpPr>
            <p:cNvPr name="Freeform 6" id="6"/>
            <p:cNvSpPr/>
            <p:nvPr/>
          </p:nvSpPr>
          <p:spPr>
            <a:xfrm flipH="false" flipV="false" rot="0">
              <a:off x="0" y="0"/>
              <a:ext cx="665246" cy="860478"/>
            </a:xfrm>
            <a:custGeom>
              <a:avLst/>
              <a:gdLst/>
              <a:ahLst/>
              <a:cxnLst/>
              <a:rect r="r" b="b" t="t" l="l"/>
              <a:pathLst>
                <a:path h="860478" w="665246">
                  <a:moveTo>
                    <a:pt x="72047" y="0"/>
                  </a:moveTo>
                  <a:lnTo>
                    <a:pt x="593200" y="0"/>
                  </a:lnTo>
                  <a:cubicBezTo>
                    <a:pt x="612308" y="0"/>
                    <a:pt x="630633" y="7591"/>
                    <a:pt x="644144" y="21102"/>
                  </a:cubicBezTo>
                  <a:cubicBezTo>
                    <a:pt x="657656" y="34613"/>
                    <a:pt x="665246" y="52939"/>
                    <a:pt x="665246" y="72047"/>
                  </a:cubicBezTo>
                  <a:lnTo>
                    <a:pt x="665246" y="788431"/>
                  </a:lnTo>
                  <a:cubicBezTo>
                    <a:pt x="665246" y="807539"/>
                    <a:pt x="657656" y="825865"/>
                    <a:pt x="644144" y="839376"/>
                  </a:cubicBezTo>
                  <a:cubicBezTo>
                    <a:pt x="630633" y="852887"/>
                    <a:pt x="612308" y="860478"/>
                    <a:pt x="593200" y="860478"/>
                  </a:cubicBezTo>
                  <a:lnTo>
                    <a:pt x="72047" y="860478"/>
                  </a:lnTo>
                  <a:cubicBezTo>
                    <a:pt x="52939" y="860478"/>
                    <a:pt x="34613" y="852887"/>
                    <a:pt x="21102" y="839376"/>
                  </a:cubicBezTo>
                  <a:cubicBezTo>
                    <a:pt x="7591" y="825865"/>
                    <a:pt x="0" y="807539"/>
                    <a:pt x="0" y="788431"/>
                  </a:cubicBezTo>
                  <a:lnTo>
                    <a:pt x="0" y="72047"/>
                  </a:lnTo>
                  <a:cubicBezTo>
                    <a:pt x="0" y="52939"/>
                    <a:pt x="7591" y="34613"/>
                    <a:pt x="21102" y="21102"/>
                  </a:cubicBezTo>
                  <a:cubicBezTo>
                    <a:pt x="34613" y="7591"/>
                    <a:pt x="52939" y="0"/>
                    <a:pt x="72047" y="0"/>
                  </a:cubicBezTo>
                  <a:close/>
                </a:path>
              </a:pathLst>
            </a:custGeom>
            <a:solidFill>
              <a:srgbClr val="514C9D"/>
            </a:solidFill>
          </p:spPr>
        </p:sp>
        <p:sp>
          <p:nvSpPr>
            <p:cNvPr name="TextBox 7" id="7"/>
            <p:cNvSpPr txBox="true"/>
            <p:nvPr/>
          </p:nvSpPr>
          <p:spPr>
            <a:xfrm>
              <a:off x="0" y="-57150"/>
              <a:ext cx="665246" cy="917628"/>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9449703" y="1042777"/>
            <a:ext cx="1551389" cy="422257"/>
            <a:chOff x="0" y="0"/>
            <a:chExt cx="531257" cy="144598"/>
          </a:xfrm>
        </p:grpSpPr>
        <p:sp>
          <p:nvSpPr>
            <p:cNvPr name="Freeform 9" id="9"/>
            <p:cNvSpPr/>
            <p:nvPr/>
          </p:nvSpPr>
          <p:spPr>
            <a:xfrm flipH="false" flipV="false" rot="0">
              <a:off x="0" y="0"/>
              <a:ext cx="531257" cy="144598"/>
            </a:xfrm>
            <a:custGeom>
              <a:avLst/>
              <a:gdLst/>
              <a:ahLst/>
              <a:cxnLst/>
              <a:rect r="r" b="b" t="t" l="l"/>
              <a:pathLst>
                <a:path h="144598" w="531257">
                  <a:moveTo>
                    <a:pt x="49903" y="0"/>
                  </a:moveTo>
                  <a:lnTo>
                    <a:pt x="481354" y="0"/>
                  </a:lnTo>
                  <a:cubicBezTo>
                    <a:pt x="508915" y="0"/>
                    <a:pt x="531257" y="22342"/>
                    <a:pt x="531257" y="49903"/>
                  </a:cubicBezTo>
                  <a:lnTo>
                    <a:pt x="531257" y="94694"/>
                  </a:lnTo>
                  <a:cubicBezTo>
                    <a:pt x="531257" y="122255"/>
                    <a:pt x="508915" y="144598"/>
                    <a:pt x="481354" y="144598"/>
                  </a:cubicBezTo>
                  <a:lnTo>
                    <a:pt x="49903" y="144598"/>
                  </a:lnTo>
                  <a:cubicBezTo>
                    <a:pt x="36668" y="144598"/>
                    <a:pt x="23975" y="139340"/>
                    <a:pt x="14616" y="129981"/>
                  </a:cubicBezTo>
                  <a:cubicBezTo>
                    <a:pt x="5258" y="120623"/>
                    <a:pt x="0" y="107930"/>
                    <a:pt x="0" y="94694"/>
                  </a:cubicBezTo>
                  <a:lnTo>
                    <a:pt x="0" y="49903"/>
                  </a:lnTo>
                  <a:cubicBezTo>
                    <a:pt x="0" y="22342"/>
                    <a:pt x="22342" y="0"/>
                    <a:pt x="49903" y="0"/>
                  </a:cubicBezTo>
                  <a:close/>
                </a:path>
              </a:pathLst>
            </a:custGeom>
            <a:solidFill>
              <a:srgbClr val="7B72C8"/>
            </a:solidFill>
            <a:ln cap="sq">
              <a:noFill/>
              <a:prstDash val="solid"/>
              <a:miter/>
            </a:ln>
          </p:spPr>
        </p:sp>
        <p:sp>
          <p:nvSpPr>
            <p:cNvPr name="TextBox 10" id="10"/>
            <p:cNvSpPr txBox="true"/>
            <p:nvPr/>
          </p:nvSpPr>
          <p:spPr>
            <a:xfrm>
              <a:off x="0" y="-57150"/>
              <a:ext cx="531257" cy="201748"/>
            </a:xfrm>
            <a:prstGeom prst="rect">
              <a:avLst/>
            </a:prstGeom>
          </p:spPr>
          <p:txBody>
            <a:bodyPr anchor="ctr" rtlCol="false" tIns="50800" lIns="50800" bIns="50800" rIns="50800"/>
            <a:lstStyle/>
            <a:p>
              <a:pPr algn="ctr" marL="0" indent="0" lvl="0">
                <a:lnSpc>
                  <a:spcPts val="2520"/>
                </a:lnSpc>
                <a:spcBef>
                  <a:spcPct val="0"/>
                </a:spcBef>
              </a:pPr>
            </a:p>
          </p:txBody>
        </p:sp>
      </p:grpSp>
      <p:grpSp>
        <p:nvGrpSpPr>
          <p:cNvPr name="Group 11" id="11"/>
          <p:cNvGrpSpPr/>
          <p:nvPr/>
        </p:nvGrpSpPr>
        <p:grpSpPr>
          <a:xfrm rot="0">
            <a:off x="1716789" y="8037508"/>
            <a:ext cx="3970670" cy="551300"/>
            <a:chOff x="0" y="0"/>
            <a:chExt cx="1359715" cy="188787"/>
          </a:xfrm>
        </p:grpSpPr>
        <p:sp>
          <p:nvSpPr>
            <p:cNvPr name="Freeform 12" id="12"/>
            <p:cNvSpPr/>
            <p:nvPr/>
          </p:nvSpPr>
          <p:spPr>
            <a:xfrm flipH="false" flipV="false" rot="0">
              <a:off x="0" y="0"/>
              <a:ext cx="1359715" cy="188787"/>
            </a:xfrm>
            <a:custGeom>
              <a:avLst/>
              <a:gdLst/>
              <a:ahLst/>
              <a:cxnLst/>
              <a:rect r="r" b="b" t="t" l="l"/>
              <a:pathLst>
                <a:path h="188787" w="1359715">
                  <a:moveTo>
                    <a:pt x="19498" y="0"/>
                  </a:moveTo>
                  <a:lnTo>
                    <a:pt x="1340217" y="0"/>
                  </a:lnTo>
                  <a:cubicBezTo>
                    <a:pt x="1345388" y="0"/>
                    <a:pt x="1350348" y="2054"/>
                    <a:pt x="1354004" y="5711"/>
                  </a:cubicBezTo>
                  <a:cubicBezTo>
                    <a:pt x="1357661" y="9367"/>
                    <a:pt x="1359715" y="14327"/>
                    <a:pt x="1359715" y="19498"/>
                  </a:cubicBezTo>
                  <a:lnTo>
                    <a:pt x="1359715" y="169289"/>
                  </a:lnTo>
                  <a:cubicBezTo>
                    <a:pt x="1359715" y="180058"/>
                    <a:pt x="1350985" y="188787"/>
                    <a:pt x="1340217" y="188787"/>
                  </a:cubicBezTo>
                  <a:lnTo>
                    <a:pt x="19498" y="188787"/>
                  </a:lnTo>
                  <a:cubicBezTo>
                    <a:pt x="8729" y="188787"/>
                    <a:pt x="0" y="180058"/>
                    <a:pt x="0" y="169289"/>
                  </a:cubicBezTo>
                  <a:lnTo>
                    <a:pt x="0" y="19498"/>
                  </a:lnTo>
                  <a:cubicBezTo>
                    <a:pt x="0" y="8729"/>
                    <a:pt x="8729" y="0"/>
                    <a:pt x="19498" y="0"/>
                  </a:cubicBezTo>
                  <a:close/>
                </a:path>
              </a:pathLst>
            </a:custGeom>
            <a:solidFill>
              <a:srgbClr val="514C9D"/>
            </a:solidFill>
            <a:ln cap="sq">
              <a:noFill/>
              <a:prstDash val="solid"/>
              <a:miter/>
            </a:ln>
          </p:spPr>
        </p:sp>
        <p:sp>
          <p:nvSpPr>
            <p:cNvPr name="TextBox 13" id="13"/>
            <p:cNvSpPr txBox="true"/>
            <p:nvPr/>
          </p:nvSpPr>
          <p:spPr>
            <a:xfrm>
              <a:off x="0" y="-57150"/>
              <a:ext cx="1359715" cy="245937"/>
            </a:xfrm>
            <a:prstGeom prst="rect">
              <a:avLst/>
            </a:prstGeom>
          </p:spPr>
          <p:txBody>
            <a:bodyPr anchor="ctr" rtlCol="false" tIns="50800" lIns="50800" bIns="50800" rIns="50800"/>
            <a:lstStyle/>
            <a:p>
              <a:pPr algn="ctr" marL="0" indent="0" lvl="0">
                <a:lnSpc>
                  <a:spcPts val="2520"/>
                </a:lnSpc>
                <a:spcBef>
                  <a:spcPct val="0"/>
                </a:spcBef>
              </a:pPr>
            </a:p>
          </p:txBody>
        </p:sp>
      </p:grpSp>
      <p:grpSp>
        <p:nvGrpSpPr>
          <p:cNvPr name="Group 14" id="14"/>
          <p:cNvGrpSpPr/>
          <p:nvPr/>
        </p:nvGrpSpPr>
        <p:grpSpPr>
          <a:xfrm rot="0">
            <a:off x="1353602" y="964094"/>
            <a:ext cx="1931304" cy="579623"/>
            <a:chOff x="0" y="0"/>
            <a:chExt cx="2575072" cy="772830"/>
          </a:xfrm>
        </p:grpSpPr>
        <p:sp>
          <p:nvSpPr>
            <p:cNvPr name="Freeform 15" id="15"/>
            <p:cNvSpPr/>
            <p:nvPr/>
          </p:nvSpPr>
          <p:spPr>
            <a:xfrm flipH="false" flipV="false" rot="0">
              <a:off x="0" y="0"/>
              <a:ext cx="772830" cy="772830"/>
            </a:xfrm>
            <a:custGeom>
              <a:avLst/>
              <a:gdLst/>
              <a:ahLst/>
              <a:cxnLst/>
              <a:rect r="r" b="b" t="t" l="l"/>
              <a:pathLst>
                <a:path h="772830" w="772830">
                  <a:moveTo>
                    <a:pt x="0" y="0"/>
                  </a:moveTo>
                  <a:lnTo>
                    <a:pt x="772830" y="0"/>
                  </a:lnTo>
                  <a:lnTo>
                    <a:pt x="772830" y="772830"/>
                  </a:lnTo>
                  <a:lnTo>
                    <a:pt x="0" y="772830"/>
                  </a:lnTo>
                  <a:lnTo>
                    <a:pt x="0" y="0"/>
                  </a:lnTo>
                  <a:close/>
                </a:path>
              </a:pathLst>
            </a:custGeom>
            <a:blipFill>
              <a:blip r:embed="rId2"/>
              <a:stretch>
                <a:fillRect l="0" t="0" r="0" b="0"/>
              </a:stretch>
            </a:blipFill>
          </p:spPr>
        </p:sp>
        <p:sp>
          <p:nvSpPr>
            <p:cNvPr name="TextBox 16" id="16"/>
            <p:cNvSpPr txBox="true"/>
            <p:nvPr/>
          </p:nvSpPr>
          <p:spPr>
            <a:xfrm rot="0">
              <a:off x="742420" y="214179"/>
              <a:ext cx="1832652" cy="428341"/>
            </a:xfrm>
            <a:prstGeom prst="rect">
              <a:avLst/>
            </a:prstGeom>
          </p:spPr>
          <p:txBody>
            <a:bodyPr anchor="t" rtlCol="false" tIns="0" lIns="0" bIns="0" rIns="0">
              <a:spAutoFit/>
            </a:bodyPr>
            <a:lstStyle/>
            <a:p>
              <a:pPr algn="l">
                <a:lnSpc>
                  <a:spcPts val="2301"/>
                </a:lnSpc>
              </a:pPr>
              <a:r>
                <a:rPr lang="en-US" sz="2150" b="true">
                  <a:solidFill>
                    <a:srgbClr val="FDFDFD"/>
                  </a:solidFill>
                  <a:latin typeface="Poppins Medium"/>
                  <a:ea typeface="Poppins Medium"/>
                  <a:cs typeface="Poppins Medium"/>
                  <a:sym typeface="Poppins Medium"/>
                </a:rPr>
                <a:t>LitScope</a:t>
              </a:r>
            </a:p>
          </p:txBody>
        </p:sp>
      </p:grpSp>
      <p:sp>
        <p:nvSpPr>
          <p:cNvPr name="TextBox 17" id="17"/>
          <p:cNvSpPr txBox="true"/>
          <p:nvPr/>
        </p:nvSpPr>
        <p:spPr>
          <a:xfrm rot="0">
            <a:off x="1716789" y="2585963"/>
            <a:ext cx="6406223" cy="1114325"/>
          </a:xfrm>
          <a:prstGeom prst="rect">
            <a:avLst/>
          </a:prstGeom>
        </p:spPr>
        <p:txBody>
          <a:bodyPr anchor="t" rtlCol="false" tIns="0" lIns="0" bIns="0" rIns="0">
            <a:spAutoFit/>
          </a:bodyPr>
          <a:lstStyle/>
          <a:p>
            <a:pPr algn="l">
              <a:lnSpc>
                <a:spcPts val="8024"/>
              </a:lnSpc>
            </a:pPr>
            <a:r>
              <a:rPr lang="en-US" b="true" sz="7499">
                <a:solidFill>
                  <a:srgbClr val="FDFDFD"/>
                </a:solidFill>
                <a:latin typeface="Poppins Bold"/>
                <a:ea typeface="Poppins Bold"/>
                <a:cs typeface="Poppins Bold"/>
                <a:sym typeface="Poppins Bold"/>
              </a:rPr>
              <a:t>Introduction</a:t>
            </a:r>
          </a:p>
        </p:txBody>
      </p:sp>
      <p:sp>
        <p:nvSpPr>
          <p:cNvPr name="TextBox 18" id="18"/>
          <p:cNvSpPr txBox="true"/>
          <p:nvPr/>
        </p:nvSpPr>
        <p:spPr>
          <a:xfrm rot="0">
            <a:off x="9688080" y="1049992"/>
            <a:ext cx="1074634" cy="349989"/>
          </a:xfrm>
          <a:prstGeom prst="rect">
            <a:avLst/>
          </a:prstGeom>
        </p:spPr>
        <p:txBody>
          <a:bodyPr anchor="t" rtlCol="false" tIns="0" lIns="0" bIns="0" rIns="0">
            <a:spAutoFit/>
          </a:bodyPr>
          <a:lstStyle/>
          <a:p>
            <a:pPr algn="ctr">
              <a:lnSpc>
                <a:spcPts val="2753"/>
              </a:lnSpc>
            </a:pPr>
            <a:r>
              <a:rPr lang="en-US" sz="1967">
                <a:solidFill>
                  <a:srgbClr val="FDFDFD"/>
                </a:solidFill>
                <a:latin typeface="Poppins"/>
                <a:ea typeface="Poppins"/>
                <a:cs typeface="Poppins"/>
                <a:sym typeface="Poppins"/>
              </a:rPr>
              <a:t>Home</a:t>
            </a:r>
          </a:p>
        </p:txBody>
      </p:sp>
      <p:sp>
        <p:nvSpPr>
          <p:cNvPr name="TextBox 19" id="19"/>
          <p:cNvSpPr txBox="true"/>
          <p:nvPr/>
        </p:nvSpPr>
        <p:spPr>
          <a:xfrm rot="0">
            <a:off x="11491323" y="1049992"/>
            <a:ext cx="1446373" cy="349989"/>
          </a:xfrm>
          <a:prstGeom prst="rect">
            <a:avLst/>
          </a:prstGeom>
        </p:spPr>
        <p:txBody>
          <a:bodyPr anchor="t" rtlCol="false" tIns="0" lIns="0" bIns="0" rIns="0">
            <a:spAutoFit/>
          </a:bodyPr>
          <a:lstStyle/>
          <a:p>
            <a:pPr algn="ctr">
              <a:lnSpc>
                <a:spcPts val="2753"/>
              </a:lnSpc>
            </a:pPr>
            <a:r>
              <a:rPr lang="en-US" sz="1967">
                <a:solidFill>
                  <a:srgbClr val="FDFDFD"/>
                </a:solidFill>
                <a:latin typeface="Poppins"/>
                <a:ea typeface="Poppins"/>
                <a:cs typeface="Poppins"/>
                <a:sym typeface="Poppins"/>
              </a:rPr>
              <a:t>Profile</a:t>
            </a:r>
          </a:p>
        </p:txBody>
      </p:sp>
      <p:sp>
        <p:nvSpPr>
          <p:cNvPr name="TextBox 20" id="20"/>
          <p:cNvSpPr txBox="true"/>
          <p:nvPr/>
        </p:nvSpPr>
        <p:spPr>
          <a:xfrm rot="0">
            <a:off x="13666306" y="1049992"/>
            <a:ext cx="1218869" cy="349989"/>
          </a:xfrm>
          <a:prstGeom prst="rect">
            <a:avLst/>
          </a:prstGeom>
        </p:spPr>
        <p:txBody>
          <a:bodyPr anchor="t" rtlCol="false" tIns="0" lIns="0" bIns="0" rIns="0">
            <a:spAutoFit/>
          </a:bodyPr>
          <a:lstStyle/>
          <a:p>
            <a:pPr algn="ctr">
              <a:lnSpc>
                <a:spcPts val="2753"/>
              </a:lnSpc>
            </a:pPr>
            <a:r>
              <a:rPr lang="en-US" sz="1967">
                <a:solidFill>
                  <a:srgbClr val="FDFDFD"/>
                </a:solidFill>
                <a:latin typeface="Poppins"/>
                <a:ea typeface="Poppins"/>
                <a:cs typeface="Poppins"/>
                <a:sym typeface="Poppins"/>
              </a:rPr>
              <a:t>My Clubs</a:t>
            </a:r>
          </a:p>
        </p:txBody>
      </p:sp>
      <p:sp>
        <p:nvSpPr>
          <p:cNvPr name="TextBox 21" id="21"/>
          <p:cNvSpPr txBox="true"/>
          <p:nvPr/>
        </p:nvSpPr>
        <p:spPr>
          <a:xfrm rot="0">
            <a:off x="15613784" y="1049992"/>
            <a:ext cx="1281321" cy="349989"/>
          </a:xfrm>
          <a:prstGeom prst="rect">
            <a:avLst/>
          </a:prstGeom>
        </p:spPr>
        <p:txBody>
          <a:bodyPr anchor="t" rtlCol="false" tIns="0" lIns="0" bIns="0" rIns="0">
            <a:spAutoFit/>
          </a:bodyPr>
          <a:lstStyle/>
          <a:p>
            <a:pPr algn="ctr">
              <a:lnSpc>
                <a:spcPts val="2753"/>
              </a:lnSpc>
            </a:pPr>
            <a:r>
              <a:rPr lang="en-US" sz="1967">
                <a:solidFill>
                  <a:srgbClr val="DC6C6C"/>
                </a:solidFill>
                <a:latin typeface="Poppins"/>
                <a:ea typeface="Poppins"/>
                <a:cs typeface="Poppins"/>
                <a:sym typeface="Poppins"/>
              </a:rPr>
              <a:t>Log Out</a:t>
            </a:r>
          </a:p>
        </p:txBody>
      </p:sp>
      <p:sp>
        <p:nvSpPr>
          <p:cNvPr name="TextBox 22" id="22"/>
          <p:cNvSpPr txBox="true"/>
          <p:nvPr/>
        </p:nvSpPr>
        <p:spPr>
          <a:xfrm rot="0">
            <a:off x="1716789" y="4543684"/>
            <a:ext cx="6580386" cy="2673985"/>
          </a:xfrm>
          <a:prstGeom prst="rect">
            <a:avLst/>
          </a:prstGeom>
        </p:spPr>
        <p:txBody>
          <a:bodyPr anchor="t" rtlCol="false" tIns="0" lIns="0" bIns="0" rIns="0">
            <a:spAutoFit/>
          </a:bodyPr>
          <a:lstStyle/>
          <a:p>
            <a:pPr algn="l" marL="0" indent="0" lvl="0">
              <a:lnSpc>
                <a:spcPts val="3020"/>
              </a:lnSpc>
            </a:pPr>
            <a:r>
              <a:rPr lang="en-US" sz="2000">
                <a:solidFill>
                  <a:srgbClr val="FDFDFD"/>
                </a:solidFill>
                <a:latin typeface="Poppins"/>
                <a:ea typeface="Poppins"/>
                <a:cs typeface="Poppins"/>
                <a:sym typeface="Poppins"/>
              </a:rPr>
              <a:t>In a world where screens dominate our lives, ‘LitScope - A Virtual Reading Club’ brings back the joy of reading and shared ideas. This platform mainly focus connecting book lovers in the Bengali community around the world, allowing them to form clubs, discuss stories, and engage in real-time chats.</a:t>
            </a:r>
          </a:p>
        </p:txBody>
      </p:sp>
      <p:sp>
        <p:nvSpPr>
          <p:cNvPr name="TextBox 23" id="23"/>
          <p:cNvSpPr txBox="true"/>
          <p:nvPr/>
        </p:nvSpPr>
        <p:spPr>
          <a:xfrm rot="0">
            <a:off x="2106967" y="8076303"/>
            <a:ext cx="3457014" cy="387985"/>
          </a:xfrm>
          <a:prstGeom prst="rect">
            <a:avLst/>
          </a:prstGeom>
        </p:spPr>
        <p:txBody>
          <a:bodyPr anchor="t" rtlCol="false" tIns="0" lIns="0" bIns="0" rIns="0">
            <a:spAutoFit/>
          </a:bodyPr>
          <a:lstStyle/>
          <a:p>
            <a:pPr algn="l" marL="0" indent="0" lvl="0">
              <a:lnSpc>
                <a:spcPts val="3020"/>
              </a:lnSpc>
            </a:pPr>
            <a:r>
              <a:rPr lang="en-US" sz="2000" u="sng">
                <a:solidFill>
                  <a:srgbClr val="FDFDFD"/>
                </a:solidFill>
                <a:latin typeface="Poppins"/>
                <a:ea typeface="Poppins"/>
                <a:cs typeface="Poppins"/>
                <a:sym typeface="Poppins"/>
                <a:hlinkClick r:id="rId3" tooltip="http://litscope.vercel.app"/>
              </a:rPr>
              <a:t>www.litscope.vercel.app</a:t>
            </a:r>
          </a:p>
        </p:txBody>
      </p:sp>
      <p:grpSp>
        <p:nvGrpSpPr>
          <p:cNvPr name="Group 24" id="24"/>
          <p:cNvGrpSpPr>
            <a:grpSpLocks noChangeAspect="true"/>
          </p:cNvGrpSpPr>
          <p:nvPr/>
        </p:nvGrpSpPr>
        <p:grpSpPr>
          <a:xfrm rot="0">
            <a:off x="8624820" y="3386856"/>
            <a:ext cx="9520748" cy="5460986"/>
            <a:chOff x="0" y="0"/>
            <a:chExt cx="7981950" cy="4578350"/>
          </a:xfrm>
        </p:grpSpPr>
        <p:sp>
          <p:nvSpPr>
            <p:cNvPr name="Freeform 25" id="25"/>
            <p:cNvSpPr/>
            <p:nvPr/>
          </p:nvSpPr>
          <p:spPr>
            <a:xfrm flipH="false" flipV="false" rot="0">
              <a:off x="765810" y="21590"/>
              <a:ext cx="6451600" cy="4326890"/>
            </a:xfrm>
            <a:custGeom>
              <a:avLst/>
              <a:gdLst/>
              <a:ahLst/>
              <a:cxnLst/>
              <a:rect r="r" b="b" t="t" l="l"/>
              <a:pathLst>
                <a:path h="4326890" w="6451600">
                  <a:moveTo>
                    <a:pt x="6224270" y="0"/>
                  </a:moveTo>
                  <a:lnTo>
                    <a:pt x="226060" y="0"/>
                  </a:lnTo>
                  <a:cubicBezTo>
                    <a:pt x="101600" y="0"/>
                    <a:pt x="0" y="101600"/>
                    <a:pt x="0" y="226060"/>
                  </a:cubicBezTo>
                  <a:lnTo>
                    <a:pt x="0" y="4326890"/>
                  </a:lnTo>
                  <a:lnTo>
                    <a:pt x="6451601" y="4326890"/>
                  </a:lnTo>
                  <a:lnTo>
                    <a:pt x="6451601" y="226060"/>
                  </a:lnTo>
                  <a:cubicBezTo>
                    <a:pt x="6450331" y="101600"/>
                    <a:pt x="6348731" y="0"/>
                    <a:pt x="6224270" y="0"/>
                  </a:cubicBezTo>
                  <a:close/>
                  <a:moveTo>
                    <a:pt x="6252210" y="4043680"/>
                  </a:moveTo>
                  <a:lnTo>
                    <a:pt x="196851" y="4043680"/>
                  </a:lnTo>
                  <a:lnTo>
                    <a:pt x="196851" y="255270"/>
                  </a:lnTo>
                  <a:lnTo>
                    <a:pt x="6252210" y="255270"/>
                  </a:lnTo>
                  <a:lnTo>
                    <a:pt x="6252210" y="4043680"/>
                  </a:lnTo>
                  <a:close/>
                </a:path>
              </a:pathLst>
            </a:custGeom>
            <a:solidFill>
              <a:srgbClr val="171616"/>
            </a:solidFill>
          </p:spPr>
        </p:sp>
        <p:sp>
          <p:nvSpPr>
            <p:cNvPr name="Freeform 26" id="26"/>
            <p:cNvSpPr/>
            <p:nvPr/>
          </p:nvSpPr>
          <p:spPr>
            <a:xfrm flipH="false" flipV="false" rot="0">
              <a:off x="0" y="0"/>
              <a:ext cx="7981950" cy="4542790"/>
            </a:xfrm>
            <a:custGeom>
              <a:avLst/>
              <a:gdLst/>
              <a:ahLst/>
              <a:cxnLst/>
              <a:rect r="r" b="b" t="t" l="l"/>
              <a:pathLst>
                <a:path h="4542790" w="7981950">
                  <a:moveTo>
                    <a:pt x="7239000" y="4348480"/>
                  </a:moveTo>
                  <a:lnTo>
                    <a:pt x="7239000" y="243840"/>
                  </a:lnTo>
                  <a:cubicBezTo>
                    <a:pt x="7239000" y="109220"/>
                    <a:pt x="7129780" y="0"/>
                    <a:pt x="6995160" y="0"/>
                  </a:cubicBezTo>
                  <a:lnTo>
                    <a:pt x="985520" y="0"/>
                  </a:lnTo>
                  <a:cubicBezTo>
                    <a:pt x="852170" y="0"/>
                    <a:pt x="742950" y="109220"/>
                    <a:pt x="742950" y="243840"/>
                  </a:cubicBezTo>
                  <a:lnTo>
                    <a:pt x="742950" y="4349750"/>
                  </a:lnTo>
                  <a:lnTo>
                    <a:pt x="0" y="4349750"/>
                  </a:lnTo>
                  <a:lnTo>
                    <a:pt x="0" y="4447540"/>
                  </a:lnTo>
                  <a:cubicBezTo>
                    <a:pt x="0" y="4500880"/>
                    <a:pt x="43180" y="4542790"/>
                    <a:pt x="95250" y="4542790"/>
                  </a:cubicBezTo>
                  <a:lnTo>
                    <a:pt x="7886700" y="4542790"/>
                  </a:lnTo>
                  <a:cubicBezTo>
                    <a:pt x="7940040" y="4542790"/>
                    <a:pt x="7981950" y="4499610"/>
                    <a:pt x="7981950" y="4447540"/>
                  </a:cubicBezTo>
                  <a:lnTo>
                    <a:pt x="7981950" y="4349750"/>
                  </a:lnTo>
                  <a:lnTo>
                    <a:pt x="7239000" y="4349750"/>
                  </a:lnTo>
                  <a:close/>
                  <a:moveTo>
                    <a:pt x="4519930" y="4348480"/>
                  </a:moveTo>
                  <a:lnTo>
                    <a:pt x="4519930" y="4349750"/>
                  </a:lnTo>
                  <a:cubicBezTo>
                    <a:pt x="4519930" y="4403090"/>
                    <a:pt x="4476750" y="4445000"/>
                    <a:pt x="4424680" y="4445000"/>
                  </a:cubicBezTo>
                  <a:lnTo>
                    <a:pt x="3557270" y="4445000"/>
                  </a:lnTo>
                  <a:cubicBezTo>
                    <a:pt x="3503930" y="4445000"/>
                    <a:pt x="3462020" y="4401820"/>
                    <a:pt x="3462020" y="4349750"/>
                  </a:cubicBezTo>
                  <a:lnTo>
                    <a:pt x="3462020" y="4348480"/>
                  </a:lnTo>
                  <a:lnTo>
                    <a:pt x="765810" y="4348480"/>
                  </a:lnTo>
                  <a:lnTo>
                    <a:pt x="765810" y="247650"/>
                  </a:lnTo>
                  <a:cubicBezTo>
                    <a:pt x="765810" y="123190"/>
                    <a:pt x="867410" y="21590"/>
                    <a:pt x="991870" y="21590"/>
                  </a:cubicBezTo>
                  <a:lnTo>
                    <a:pt x="6990080" y="21590"/>
                  </a:lnTo>
                  <a:cubicBezTo>
                    <a:pt x="7114539" y="21590"/>
                    <a:pt x="7216139" y="123190"/>
                    <a:pt x="7216139" y="247650"/>
                  </a:cubicBezTo>
                  <a:lnTo>
                    <a:pt x="7216139" y="4348480"/>
                  </a:lnTo>
                  <a:lnTo>
                    <a:pt x="4519930" y="4348480"/>
                  </a:lnTo>
                  <a:close/>
                </a:path>
              </a:pathLst>
            </a:custGeom>
            <a:solidFill>
              <a:srgbClr val="968CE4"/>
            </a:solidFill>
          </p:spPr>
        </p:sp>
        <p:sp>
          <p:nvSpPr>
            <p:cNvPr name="Freeform 27" id="27"/>
            <p:cNvSpPr/>
            <p:nvPr/>
          </p:nvSpPr>
          <p:spPr>
            <a:xfrm flipH="false" flipV="false" rot="0">
              <a:off x="3460750" y="4349750"/>
              <a:ext cx="1059180" cy="96520"/>
            </a:xfrm>
            <a:custGeom>
              <a:avLst/>
              <a:gdLst/>
              <a:ahLst/>
              <a:cxnLst/>
              <a:rect r="r" b="b" t="t" l="l"/>
              <a:pathLst>
                <a:path h="96520" w="1059180">
                  <a:moveTo>
                    <a:pt x="96520" y="96520"/>
                  </a:moveTo>
                  <a:lnTo>
                    <a:pt x="963930" y="96520"/>
                  </a:lnTo>
                  <a:cubicBezTo>
                    <a:pt x="1017270" y="96520"/>
                    <a:pt x="1059180" y="53340"/>
                    <a:pt x="1059180" y="1270"/>
                  </a:cubicBezTo>
                  <a:lnTo>
                    <a:pt x="1059180" y="0"/>
                  </a:lnTo>
                  <a:lnTo>
                    <a:pt x="0" y="0"/>
                  </a:lnTo>
                  <a:lnTo>
                    <a:pt x="0" y="1270"/>
                  </a:lnTo>
                  <a:cubicBezTo>
                    <a:pt x="0" y="53340"/>
                    <a:pt x="43180" y="96520"/>
                    <a:pt x="96520" y="96520"/>
                  </a:cubicBezTo>
                  <a:close/>
                </a:path>
              </a:pathLst>
            </a:custGeom>
            <a:solidFill>
              <a:srgbClr val="6B64B8"/>
            </a:solidFill>
          </p:spPr>
        </p:sp>
        <p:sp>
          <p:nvSpPr>
            <p:cNvPr name="Freeform 28" id="28"/>
            <p:cNvSpPr/>
            <p:nvPr/>
          </p:nvSpPr>
          <p:spPr>
            <a:xfrm flipH="false" flipV="false" rot="0">
              <a:off x="163830" y="4542790"/>
              <a:ext cx="7654290" cy="35560"/>
            </a:xfrm>
            <a:custGeom>
              <a:avLst/>
              <a:gdLst/>
              <a:ahLst/>
              <a:cxnLst/>
              <a:rect r="r" b="b" t="t" l="l"/>
              <a:pathLst>
                <a:path h="35560" w="7654290">
                  <a:moveTo>
                    <a:pt x="0" y="0"/>
                  </a:moveTo>
                  <a:cubicBezTo>
                    <a:pt x="0" y="20320"/>
                    <a:pt x="16510" y="35560"/>
                    <a:pt x="35560" y="35560"/>
                  </a:cubicBezTo>
                  <a:lnTo>
                    <a:pt x="7618730" y="35560"/>
                  </a:lnTo>
                  <a:cubicBezTo>
                    <a:pt x="7639050" y="35560"/>
                    <a:pt x="7654290" y="19050"/>
                    <a:pt x="7654290" y="0"/>
                  </a:cubicBezTo>
                  <a:lnTo>
                    <a:pt x="0" y="0"/>
                  </a:lnTo>
                  <a:close/>
                </a:path>
              </a:pathLst>
            </a:custGeom>
            <a:solidFill>
              <a:srgbClr val="6B64B8"/>
            </a:solidFill>
          </p:spPr>
        </p:sp>
        <p:sp>
          <p:nvSpPr>
            <p:cNvPr name="Freeform 29" id="29"/>
            <p:cNvSpPr/>
            <p:nvPr/>
          </p:nvSpPr>
          <p:spPr>
            <a:xfrm flipH="false" flipV="false" rot="0">
              <a:off x="962660" y="276860"/>
              <a:ext cx="6055360" cy="3789680"/>
            </a:xfrm>
            <a:custGeom>
              <a:avLst/>
              <a:gdLst/>
              <a:ahLst/>
              <a:cxnLst/>
              <a:rect r="r" b="b" t="t" l="l"/>
              <a:pathLst>
                <a:path h="3789680" w="6055360">
                  <a:moveTo>
                    <a:pt x="0" y="0"/>
                  </a:moveTo>
                  <a:lnTo>
                    <a:pt x="6055360" y="0"/>
                  </a:lnTo>
                  <a:lnTo>
                    <a:pt x="6055360" y="3789680"/>
                  </a:lnTo>
                  <a:lnTo>
                    <a:pt x="0" y="3789680"/>
                  </a:lnTo>
                  <a:close/>
                </a:path>
              </a:pathLst>
            </a:custGeom>
            <a:blipFill>
              <a:blip r:embed="rId4"/>
              <a:stretch>
                <a:fillRect l="-12245" t="0" r="-12245" b="0"/>
              </a:stretch>
            </a:blipFill>
          </p:spPr>
        </p:sp>
      </p:grpSp>
    </p:spTree>
  </p:cSld>
  <p:clrMapOvr>
    <a:masterClrMapping/>
  </p:clrMapOvr>
  <p:transition spd="slow">
    <p:push dir="l"/>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6B64B8"/>
        </a:solidFill>
      </p:bgPr>
    </p:bg>
    <p:spTree>
      <p:nvGrpSpPr>
        <p:cNvPr id="1" name=""/>
        <p:cNvGrpSpPr/>
        <p:nvPr/>
      </p:nvGrpSpPr>
      <p:grpSpPr>
        <a:xfrm>
          <a:off x="0" y="0"/>
          <a:ext cx="0" cy="0"/>
          <a:chOff x="0" y="0"/>
          <a:chExt cx="0" cy="0"/>
        </a:xfrm>
      </p:grpSpPr>
      <p:grpSp>
        <p:nvGrpSpPr>
          <p:cNvPr name="Group 2" id="2"/>
          <p:cNvGrpSpPr/>
          <p:nvPr/>
        </p:nvGrpSpPr>
        <p:grpSpPr>
          <a:xfrm rot="524141">
            <a:off x="-720571" y="-1702946"/>
            <a:ext cx="4544240" cy="5877852"/>
            <a:chOff x="0" y="0"/>
            <a:chExt cx="665246" cy="860478"/>
          </a:xfrm>
        </p:grpSpPr>
        <p:sp>
          <p:nvSpPr>
            <p:cNvPr name="Freeform 3" id="3"/>
            <p:cNvSpPr/>
            <p:nvPr/>
          </p:nvSpPr>
          <p:spPr>
            <a:xfrm flipH="false" flipV="false" rot="0">
              <a:off x="0" y="0"/>
              <a:ext cx="665246" cy="860478"/>
            </a:xfrm>
            <a:custGeom>
              <a:avLst/>
              <a:gdLst/>
              <a:ahLst/>
              <a:cxnLst/>
              <a:rect r="r" b="b" t="t" l="l"/>
              <a:pathLst>
                <a:path h="860478" w="665246">
                  <a:moveTo>
                    <a:pt x="115850" y="0"/>
                  </a:moveTo>
                  <a:lnTo>
                    <a:pt x="549396" y="0"/>
                  </a:lnTo>
                  <a:cubicBezTo>
                    <a:pt x="580122" y="0"/>
                    <a:pt x="609588" y="12206"/>
                    <a:pt x="631315" y="33932"/>
                  </a:cubicBezTo>
                  <a:cubicBezTo>
                    <a:pt x="653041" y="55658"/>
                    <a:pt x="665246" y="85125"/>
                    <a:pt x="665246" y="115850"/>
                  </a:cubicBezTo>
                  <a:lnTo>
                    <a:pt x="665246" y="744628"/>
                  </a:lnTo>
                  <a:cubicBezTo>
                    <a:pt x="665246" y="808610"/>
                    <a:pt x="613378" y="860478"/>
                    <a:pt x="549396" y="860478"/>
                  </a:cubicBezTo>
                  <a:lnTo>
                    <a:pt x="115850" y="860478"/>
                  </a:lnTo>
                  <a:cubicBezTo>
                    <a:pt x="51868" y="860478"/>
                    <a:pt x="0" y="808610"/>
                    <a:pt x="0" y="744628"/>
                  </a:cubicBezTo>
                  <a:lnTo>
                    <a:pt x="0" y="115850"/>
                  </a:lnTo>
                  <a:cubicBezTo>
                    <a:pt x="0" y="51868"/>
                    <a:pt x="51868" y="0"/>
                    <a:pt x="115850" y="0"/>
                  </a:cubicBezTo>
                  <a:close/>
                </a:path>
              </a:pathLst>
            </a:custGeom>
            <a:solidFill>
              <a:srgbClr val="171616"/>
            </a:solidFill>
          </p:spPr>
        </p:sp>
        <p:sp>
          <p:nvSpPr>
            <p:cNvPr name="TextBox 4" id="4"/>
            <p:cNvSpPr txBox="true"/>
            <p:nvPr/>
          </p:nvSpPr>
          <p:spPr>
            <a:xfrm>
              <a:off x="0" y="-57150"/>
              <a:ext cx="665246" cy="91762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524141">
            <a:off x="14434435" y="7275319"/>
            <a:ext cx="7307079" cy="9451509"/>
            <a:chOff x="0" y="0"/>
            <a:chExt cx="665246" cy="860478"/>
          </a:xfrm>
        </p:grpSpPr>
        <p:sp>
          <p:nvSpPr>
            <p:cNvPr name="Freeform 6" id="6"/>
            <p:cNvSpPr/>
            <p:nvPr/>
          </p:nvSpPr>
          <p:spPr>
            <a:xfrm flipH="false" flipV="false" rot="0">
              <a:off x="0" y="0"/>
              <a:ext cx="665246" cy="860478"/>
            </a:xfrm>
            <a:custGeom>
              <a:avLst/>
              <a:gdLst/>
              <a:ahLst/>
              <a:cxnLst/>
              <a:rect r="r" b="b" t="t" l="l"/>
              <a:pathLst>
                <a:path h="860478" w="665246">
                  <a:moveTo>
                    <a:pt x="72047" y="0"/>
                  </a:moveTo>
                  <a:lnTo>
                    <a:pt x="593200" y="0"/>
                  </a:lnTo>
                  <a:cubicBezTo>
                    <a:pt x="612308" y="0"/>
                    <a:pt x="630633" y="7591"/>
                    <a:pt x="644144" y="21102"/>
                  </a:cubicBezTo>
                  <a:cubicBezTo>
                    <a:pt x="657656" y="34613"/>
                    <a:pt x="665246" y="52939"/>
                    <a:pt x="665246" y="72047"/>
                  </a:cubicBezTo>
                  <a:lnTo>
                    <a:pt x="665246" y="788431"/>
                  </a:lnTo>
                  <a:cubicBezTo>
                    <a:pt x="665246" y="807539"/>
                    <a:pt x="657656" y="825865"/>
                    <a:pt x="644144" y="839376"/>
                  </a:cubicBezTo>
                  <a:cubicBezTo>
                    <a:pt x="630633" y="852887"/>
                    <a:pt x="612308" y="860478"/>
                    <a:pt x="593200" y="860478"/>
                  </a:cubicBezTo>
                  <a:lnTo>
                    <a:pt x="72047" y="860478"/>
                  </a:lnTo>
                  <a:cubicBezTo>
                    <a:pt x="52939" y="860478"/>
                    <a:pt x="34613" y="852887"/>
                    <a:pt x="21102" y="839376"/>
                  </a:cubicBezTo>
                  <a:cubicBezTo>
                    <a:pt x="7591" y="825865"/>
                    <a:pt x="0" y="807539"/>
                    <a:pt x="0" y="788431"/>
                  </a:cubicBezTo>
                  <a:lnTo>
                    <a:pt x="0" y="72047"/>
                  </a:lnTo>
                  <a:cubicBezTo>
                    <a:pt x="0" y="52939"/>
                    <a:pt x="7591" y="34613"/>
                    <a:pt x="21102" y="21102"/>
                  </a:cubicBezTo>
                  <a:cubicBezTo>
                    <a:pt x="34613" y="7591"/>
                    <a:pt x="52939" y="0"/>
                    <a:pt x="72047" y="0"/>
                  </a:cubicBezTo>
                  <a:close/>
                </a:path>
              </a:pathLst>
            </a:custGeom>
            <a:solidFill>
              <a:srgbClr val="171616"/>
            </a:solidFill>
          </p:spPr>
        </p:sp>
        <p:sp>
          <p:nvSpPr>
            <p:cNvPr name="TextBox 7" id="7"/>
            <p:cNvSpPr txBox="true"/>
            <p:nvPr/>
          </p:nvSpPr>
          <p:spPr>
            <a:xfrm>
              <a:off x="0" y="-57150"/>
              <a:ext cx="665246" cy="917628"/>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9449703" y="1042777"/>
            <a:ext cx="1551389" cy="422257"/>
            <a:chOff x="0" y="0"/>
            <a:chExt cx="531257" cy="144598"/>
          </a:xfrm>
        </p:grpSpPr>
        <p:sp>
          <p:nvSpPr>
            <p:cNvPr name="Freeform 9" id="9"/>
            <p:cNvSpPr/>
            <p:nvPr/>
          </p:nvSpPr>
          <p:spPr>
            <a:xfrm flipH="false" flipV="false" rot="0">
              <a:off x="0" y="0"/>
              <a:ext cx="531257" cy="144598"/>
            </a:xfrm>
            <a:custGeom>
              <a:avLst/>
              <a:gdLst/>
              <a:ahLst/>
              <a:cxnLst/>
              <a:rect r="r" b="b" t="t" l="l"/>
              <a:pathLst>
                <a:path h="144598" w="531257">
                  <a:moveTo>
                    <a:pt x="49903" y="0"/>
                  </a:moveTo>
                  <a:lnTo>
                    <a:pt x="481354" y="0"/>
                  </a:lnTo>
                  <a:cubicBezTo>
                    <a:pt x="508915" y="0"/>
                    <a:pt x="531257" y="22342"/>
                    <a:pt x="531257" y="49903"/>
                  </a:cubicBezTo>
                  <a:lnTo>
                    <a:pt x="531257" y="94694"/>
                  </a:lnTo>
                  <a:cubicBezTo>
                    <a:pt x="531257" y="122255"/>
                    <a:pt x="508915" y="144598"/>
                    <a:pt x="481354" y="144598"/>
                  </a:cubicBezTo>
                  <a:lnTo>
                    <a:pt x="49903" y="144598"/>
                  </a:lnTo>
                  <a:cubicBezTo>
                    <a:pt x="36668" y="144598"/>
                    <a:pt x="23975" y="139340"/>
                    <a:pt x="14616" y="129981"/>
                  </a:cubicBezTo>
                  <a:cubicBezTo>
                    <a:pt x="5258" y="120623"/>
                    <a:pt x="0" y="107930"/>
                    <a:pt x="0" y="94694"/>
                  </a:cubicBezTo>
                  <a:lnTo>
                    <a:pt x="0" y="49903"/>
                  </a:lnTo>
                  <a:cubicBezTo>
                    <a:pt x="0" y="22342"/>
                    <a:pt x="22342" y="0"/>
                    <a:pt x="49903" y="0"/>
                  </a:cubicBezTo>
                  <a:close/>
                </a:path>
              </a:pathLst>
            </a:custGeom>
            <a:solidFill>
              <a:srgbClr val="514C9D"/>
            </a:solidFill>
            <a:ln cap="sq">
              <a:noFill/>
              <a:prstDash val="solid"/>
              <a:miter/>
            </a:ln>
          </p:spPr>
        </p:sp>
        <p:sp>
          <p:nvSpPr>
            <p:cNvPr name="TextBox 10" id="10"/>
            <p:cNvSpPr txBox="true"/>
            <p:nvPr/>
          </p:nvSpPr>
          <p:spPr>
            <a:xfrm>
              <a:off x="0" y="-57150"/>
              <a:ext cx="531257" cy="201748"/>
            </a:xfrm>
            <a:prstGeom prst="rect">
              <a:avLst/>
            </a:prstGeom>
          </p:spPr>
          <p:txBody>
            <a:bodyPr anchor="ctr" rtlCol="false" tIns="50800" lIns="50800" bIns="50800" rIns="50800"/>
            <a:lstStyle/>
            <a:p>
              <a:pPr algn="ctr" marL="0" indent="0" lvl="0">
                <a:lnSpc>
                  <a:spcPts val="2520"/>
                </a:lnSpc>
                <a:spcBef>
                  <a:spcPct val="0"/>
                </a:spcBef>
              </a:pPr>
            </a:p>
          </p:txBody>
        </p:sp>
      </p:grpSp>
      <p:sp>
        <p:nvSpPr>
          <p:cNvPr name="TextBox 11" id="11"/>
          <p:cNvSpPr txBox="true"/>
          <p:nvPr/>
        </p:nvSpPr>
        <p:spPr>
          <a:xfrm rot="0">
            <a:off x="9688080" y="1049992"/>
            <a:ext cx="1074634" cy="349989"/>
          </a:xfrm>
          <a:prstGeom prst="rect">
            <a:avLst/>
          </a:prstGeom>
        </p:spPr>
        <p:txBody>
          <a:bodyPr anchor="t" rtlCol="false" tIns="0" lIns="0" bIns="0" rIns="0">
            <a:spAutoFit/>
          </a:bodyPr>
          <a:lstStyle/>
          <a:p>
            <a:pPr algn="ctr">
              <a:lnSpc>
                <a:spcPts val="2753"/>
              </a:lnSpc>
            </a:pPr>
            <a:r>
              <a:rPr lang="en-US" sz="1967">
                <a:solidFill>
                  <a:srgbClr val="FDFDFD"/>
                </a:solidFill>
                <a:latin typeface="Poppins"/>
                <a:ea typeface="Poppins"/>
                <a:cs typeface="Poppins"/>
                <a:sym typeface="Poppins"/>
              </a:rPr>
              <a:t>Home</a:t>
            </a:r>
          </a:p>
        </p:txBody>
      </p:sp>
      <p:sp>
        <p:nvSpPr>
          <p:cNvPr name="TextBox 12" id="12"/>
          <p:cNvSpPr txBox="true"/>
          <p:nvPr/>
        </p:nvSpPr>
        <p:spPr>
          <a:xfrm rot="0">
            <a:off x="11491323" y="1049992"/>
            <a:ext cx="1446373" cy="349989"/>
          </a:xfrm>
          <a:prstGeom prst="rect">
            <a:avLst/>
          </a:prstGeom>
        </p:spPr>
        <p:txBody>
          <a:bodyPr anchor="t" rtlCol="false" tIns="0" lIns="0" bIns="0" rIns="0">
            <a:spAutoFit/>
          </a:bodyPr>
          <a:lstStyle/>
          <a:p>
            <a:pPr algn="ctr">
              <a:lnSpc>
                <a:spcPts val="2753"/>
              </a:lnSpc>
            </a:pPr>
            <a:r>
              <a:rPr lang="en-US" sz="1967">
                <a:solidFill>
                  <a:srgbClr val="FDFDFD"/>
                </a:solidFill>
                <a:latin typeface="Poppins"/>
                <a:ea typeface="Poppins"/>
                <a:cs typeface="Poppins"/>
                <a:sym typeface="Poppins"/>
              </a:rPr>
              <a:t>Profile</a:t>
            </a:r>
          </a:p>
        </p:txBody>
      </p:sp>
      <p:sp>
        <p:nvSpPr>
          <p:cNvPr name="TextBox 13" id="13"/>
          <p:cNvSpPr txBox="true"/>
          <p:nvPr/>
        </p:nvSpPr>
        <p:spPr>
          <a:xfrm rot="0">
            <a:off x="13666306" y="1049992"/>
            <a:ext cx="1218869" cy="349989"/>
          </a:xfrm>
          <a:prstGeom prst="rect">
            <a:avLst/>
          </a:prstGeom>
        </p:spPr>
        <p:txBody>
          <a:bodyPr anchor="t" rtlCol="false" tIns="0" lIns="0" bIns="0" rIns="0">
            <a:spAutoFit/>
          </a:bodyPr>
          <a:lstStyle/>
          <a:p>
            <a:pPr algn="ctr">
              <a:lnSpc>
                <a:spcPts val="2753"/>
              </a:lnSpc>
            </a:pPr>
            <a:r>
              <a:rPr lang="en-US" sz="1967">
                <a:solidFill>
                  <a:srgbClr val="FDFDFD"/>
                </a:solidFill>
                <a:latin typeface="Poppins"/>
                <a:ea typeface="Poppins"/>
                <a:cs typeface="Poppins"/>
                <a:sym typeface="Poppins"/>
              </a:rPr>
              <a:t>My Clubs</a:t>
            </a:r>
          </a:p>
        </p:txBody>
      </p:sp>
      <p:sp>
        <p:nvSpPr>
          <p:cNvPr name="TextBox 14" id="14"/>
          <p:cNvSpPr txBox="true"/>
          <p:nvPr/>
        </p:nvSpPr>
        <p:spPr>
          <a:xfrm rot="0">
            <a:off x="15613784" y="1049992"/>
            <a:ext cx="1281321" cy="349989"/>
          </a:xfrm>
          <a:prstGeom prst="rect">
            <a:avLst/>
          </a:prstGeom>
        </p:spPr>
        <p:txBody>
          <a:bodyPr anchor="t" rtlCol="false" tIns="0" lIns="0" bIns="0" rIns="0">
            <a:spAutoFit/>
          </a:bodyPr>
          <a:lstStyle/>
          <a:p>
            <a:pPr algn="ctr">
              <a:lnSpc>
                <a:spcPts val="2753"/>
              </a:lnSpc>
            </a:pPr>
            <a:r>
              <a:rPr lang="en-US" sz="1967">
                <a:solidFill>
                  <a:srgbClr val="DC6C6C"/>
                </a:solidFill>
                <a:latin typeface="Poppins"/>
                <a:ea typeface="Poppins"/>
                <a:cs typeface="Poppins"/>
                <a:sym typeface="Poppins"/>
              </a:rPr>
              <a:t>Log Out</a:t>
            </a:r>
          </a:p>
        </p:txBody>
      </p:sp>
      <p:sp>
        <p:nvSpPr>
          <p:cNvPr name="TextBox 15" id="15"/>
          <p:cNvSpPr txBox="true"/>
          <p:nvPr/>
        </p:nvSpPr>
        <p:spPr>
          <a:xfrm rot="0">
            <a:off x="8800974" y="2520763"/>
            <a:ext cx="5549061" cy="1112877"/>
          </a:xfrm>
          <a:prstGeom prst="rect">
            <a:avLst/>
          </a:prstGeom>
        </p:spPr>
        <p:txBody>
          <a:bodyPr anchor="t" rtlCol="false" tIns="0" lIns="0" bIns="0" rIns="0">
            <a:spAutoFit/>
          </a:bodyPr>
          <a:lstStyle/>
          <a:p>
            <a:pPr algn="l" marL="0" indent="0" lvl="0">
              <a:lnSpc>
                <a:spcPts val="7924"/>
              </a:lnSpc>
              <a:spcBef>
                <a:spcPct val="0"/>
              </a:spcBef>
            </a:pPr>
            <a:r>
              <a:rPr lang="en-US" b="true" sz="7406">
                <a:solidFill>
                  <a:srgbClr val="FDFDFD"/>
                </a:solidFill>
                <a:latin typeface="Poppins Bold"/>
                <a:ea typeface="Poppins Bold"/>
                <a:cs typeface="Poppins Bold"/>
                <a:sym typeface="Poppins Bold"/>
              </a:rPr>
              <a:t>Problem</a:t>
            </a:r>
          </a:p>
        </p:txBody>
      </p:sp>
      <p:sp>
        <p:nvSpPr>
          <p:cNvPr name="TextBox 16" id="16"/>
          <p:cNvSpPr txBox="true"/>
          <p:nvPr/>
        </p:nvSpPr>
        <p:spPr>
          <a:xfrm rot="0">
            <a:off x="8787413" y="3509260"/>
            <a:ext cx="5813361" cy="1112877"/>
          </a:xfrm>
          <a:prstGeom prst="rect">
            <a:avLst/>
          </a:prstGeom>
        </p:spPr>
        <p:txBody>
          <a:bodyPr anchor="t" rtlCol="false" tIns="0" lIns="0" bIns="0" rIns="0">
            <a:spAutoFit/>
          </a:bodyPr>
          <a:lstStyle/>
          <a:p>
            <a:pPr algn="l" marL="0" indent="0" lvl="0">
              <a:lnSpc>
                <a:spcPts val="7924"/>
              </a:lnSpc>
              <a:spcBef>
                <a:spcPct val="0"/>
              </a:spcBef>
            </a:pPr>
            <a:r>
              <a:rPr lang="en-US" b="true" sz="7406">
                <a:solidFill>
                  <a:srgbClr val="FDFDFD"/>
                </a:solidFill>
                <a:latin typeface="Poppins Bold"/>
                <a:ea typeface="Poppins Bold"/>
                <a:cs typeface="Poppins Bold"/>
                <a:sym typeface="Poppins Bold"/>
              </a:rPr>
              <a:t>Exists..</a:t>
            </a:r>
          </a:p>
        </p:txBody>
      </p:sp>
      <p:sp>
        <p:nvSpPr>
          <p:cNvPr name="Freeform 17" id="17"/>
          <p:cNvSpPr/>
          <p:nvPr/>
        </p:nvSpPr>
        <p:spPr>
          <a:xfrm flipH="false" flipV="false" rot="0">
            <a:off x="4888478" y="3696224"/>
            <a:ext cx="2192358" cy="2432575"/>
          </a:xfrm>
          <a:custGeom>
            <a:avLst/>
            <a:gdLst/>
            <a:ahLst/>
            <a:cxnLst/>
            <a:rect r="r" b="b" t="t" l="l"/>
            <a:pathLst>
              <a:path h="2432575" w="2192358">
                <a:moveTo>
                  <a:pt x="0" y="0"/>
                </a:moveTo>
                <a:lnTo>
                  <a:pt x="2192358" y="0"/>
                </a:lnTo>
                <a:lnTo>
                  <a:pt x="2192358" y="2432575"/>
                </a:lnTo>
                <a:lnTo>
                  <a:pt x="0" y="24325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8" id="18"/>
          <p:cNvSpPr txBox="true"/>
          <p:nvPr/>
        </p:nvSpPr>
        <p:spPr>
          <a:xfrm rot="0">
            <a:off x="4889723" y="7096475"/>
            <a:ext cx="2189868" cy="335876"/>
          </a:xfrm>
          <a:prstGeom prst="rect">
            <a:avLst/>
          </a:prstGeom>
        </p:spPr>
        <p:txBody>
          <a:bodyPr anchor="t" rtlCol="false" tIns="0" lIns="0" bIns="0" rIns="0">
            <a:spAutoFit/>
          </a:bodyPr>
          <a:lstStyle/>
          <a:p>
            <a:pPr algn="ctr">
              <a:lnSpc>
                <a:spcPts val="2428"/>
              </a:lnSpc>
            </a:pPr>
            <a:r>
              <a:rPr lang="en-US" sz="2269">
                <a:solidFill>
                  <a:srgbClr val="968CE4"/>
                </a:solidFill>
                <a:latin typeface="Poppins"/>
                <a:ea typeface="Poppins"/>
                <a:cs typeface="Poppins"/>
                <a:sym typeface="Poppins"/>
              </a:rPr>
              <a:t>Payment App</a:t>
            </a:r>
          </a:p>
        </p:txBody>
      </p:sp>
      <p:grpSp>
        <p:nvGrpSpPr>
          <p:cNvPr name="Group 19" id="19"/>
          <p:cNvGrpSpPr/>
          <p:nvPr/>
        </p:nvGrpSpPr>
        <p:grpSpPr>
          <a:xfrm rot="0">
            <a:off x="8787413" y="5143500"/>
            <a:ext cx="5562622" cy="1107879"/>
            <a:chOff x="0" y="0"/>
            <a:chExt cx="1465053" cy="291787"/>
          </a:xfrm>
        </p:grpSpPr>
        <p:sp>
          <p:nvSpPr>
            <p:cNvPr name="Freeform 20" id="20"/>
            <p:cNvSpPr/>
            <p:nvPr/>
          </p:nvSpPr>
          <p:spPr>
            <a:xfrm flipH="false" flipV="false" rot="0">
              <a:off x="0" y="0"/>
              <a:ext cx="1465053" cy="291787"/>
            </a:xfrm>
            <a:custGeom>
              <a:avLst/>
              <a:gdLst/>
              <a:ahLst/>
              <a:cxnLst/>
              <a:rect r="r" b="b" t="t" l="l"/>
              <a:pathLst>
                <a:path h="291787" w="1465053">
                  <a:moveTo>
                    <a:pt x="23660" y="0"/>
                  </a:moveTo>
                  <a:lnTo>
                    <a:pt x="1441393" y="0"/>
                  </a:lnTo>
                  <a:cubicBezTo>
                    <a:pt x="1454460" y="0"/>
                    <a:pt x="1465053" y="10593"/>
                    <a:pt x="1465053" y="23660"/>
                  </a:cubicBezTo>
                  <a:lnTo>
                    <a:pt x="1465053" y="268127"/>
                  </a:lnTo>
                  <a:cubicBezTo>
                    <a:pt x="1465053" y="274402"/>
                    <a:pt x="1462560" y="280420"/>
                    <a:pt x="1458123" y="284857"/>
                  </a:cubicBezTo>
                  <a:cubicBezTo>
                    <a:pt x="1453686" y="289294"/>
                    <a:pt x="1447668" y="291787"/>
                    <a:pt x="1441393" y="291787"/>
                  </a:cubicBezTo>
                  <a:lnTo>
                    <a:pt x="23660" y="291787"/>
                  </a:lnTo>
                  <a:cubicBezTo>
                    <a:pt x="10593" y="291787"/>
                    <a:pt x="0" y="281194"/>
                    <a:pt x="0" y="268127"/>
                  </a:cubicBezTo>
                  <a:lnTo>
                    <a:pt x="0" y="23660"/>
                  </a:lnTo>
                  <a:cubicBezTo>
                    <a:pt x="0" y="10593"/>
                    <a:pt x="10593" y="0"/>
                    <a:pt x="23660" y="0"/>
                  </a:cubicBezTo>
                  <a:close/>
                </a:path>
              </a:pathLst>
            </a:custGeom>
            <a:solidFill>
              <a:srgbClr val="171616"/>
            </a:solidFill>
          </p:spPr>
        </p:sp>
        <p:sp>
          <p:nvSpPr>
            <p:cNvPr name="TextBox 21" id="21"/>
            <p:cNvSpPr txBox="true"/>
            <p:nvPr/>
          </p:nvSpPr>
          <p:spPr>
            <a:xfrm>
              <a:off x="0" y="-57150"/>
              <a:ext cx="1465053" cy="348937"/>
            </a:xfrm>
            <a:prstGeom prst="rect">
              <a:avLst/>
            </a:prstGeom>
          </p:spPr>
          <p:txBody>
            <a:bodyPr anchor="ctr" rtlCol="false" tIns="50800" lIns="50800" bIns="50800" rIns="50800"/>
            <a:lstStyle/>
            <a:p>
              <a:pPr algn="ctr">
                <a:lnSpc>
                  <a:spcPts val="2753"/>
                </a:lnSpc>
              </a:pPr>
            </a:p>
          </p:txBody>
        </p:sp>
      </p:grpSp>
      <p:grpSp>
        <p:nvGrpSpPr>
          <p:cNvPr name="Group 22" id="22"/>
          <p:cNvGrpSpPr/>
          <p:nvPr/>
        </p:nvGrpSpPr>
        <p:grpSpPr>
          <a:xfrm rot="0">
            <a:off x="8787413" y="8150421"/>
            <a:ext cx="5562622" cy="1107879"/>
            <a:chOff x="0" y="0"/>
            <a:chExt cx="1465053" cy="291787"/>
          </a:xfrm>
        </p:grpSpPr>
        <p:sp>
          <p:nvSpPr>
            <p:cNvPr name="Freeform 23" id="23"/>
            <p:cNvSpPr/>
            <p:nvPr/>
          </p:nvSpPr>
          <p:spPr>
            <a:xfrm flipH="false" flipV="false" rot="0">
              <a:off x="0" y="0"/>
              <a:ext cx="1465053" cy="291787"/>
            </a:xfrm>
            <a:custGeom>
              <a:avLst/>
              <a:gdLst/>
              <a:ahLst/>
              <a:cxnLst/>
              <a:rect r="r" b="b" t="t" l="l"/>
              <a:pathLst>
                <a:path h="291787" w="1465053">
                  <a:moveTo>
                    <a:pt x="23660" y="0"/>
                  </a:moveTo>
                  <a:lnTo>
                    <a:pt x="1441393" y="0"/>
                  </a:lnTo>
                  <a:cubicBezTo>
                    <a:pt x="1454460" y="0"/>
                    <a:pt x="1465053" y="10593"/>
                    <a:pt x="1465053" y="23660"/>
                  </a:cubicBezTo>
                  <a:lnTo>
                    <a:pt x="1465053" y="268127"/>
                  </a:lnTo>
                  <a:cubicBezTo>
                    <a:pt x="1465053" y="274402"/>
                    <a:pt x="1462560" y="280420"/>
                    <a:pt x="1458123" y="284857"/>
                  </a:cubicBezTo>
                  <a:cubicBezTo>
                    <a:pt x="1453686" y="289294"/>
                    <a:pt x="1447668" y="291787"/>
                    <a:pt x="1441393" y="291787"/>
                  </a:cubicBezTo>
                  <a:lnTo>
                    <a:pt x="23660" y="291787"/>
                  </a:lnTo>
                  <a:cubicBezTo>
                    <a:pt x="10593" y="291787"/>
                    <a:pt x="0" y="281194"/>
                    <a:pt x="0" y="268127"/>
                  </a:cubicBezTo>
                  <a:lnTo>
                    <a:pt x="0" y="23660"/>
                  </a:lnTo>
                  <a:cubicBezTo>
                    <a:pt x="0" y="10593"/>
                    <a:pt x="10593" y="0"/>
                    <a:pt x="23660" y="0"/>
                  </a:cubicBezTo>
                  <a:close/>
                </a:path>
              </a:pathLst>
            </a:custGeom>
            <a:solidFill>
              <a:srgbClr val="171616"/>
            </a:solidFill>
          </p:spPr>
        </p:sp>
        <p:sp>
          <p:nvSpPr>
            <p:cNvPr name="TextBox 24" id="24"/>
            <p:cNvSpPr txBox="true"/>
            <p:nvPr/>
          </p:nvSpPr>
          <p:spPr>
            <a:xfrm>
              <a:off x="0" y="-57150"/>
              <a:ext cx="1465053" cy="348937"/>
            </a:xfrm>
            <a:prstGeom prst="rect">
              <a:avLst/>
            </a:prstGeom>
          </p:spPr>
          <p:txBody>
            <a:bodyPr anchor="ctr" rtlCol="false" tIns="50800" lIns="50800" bIns="50800" rIns="50800"/>
            <a:lstStyle/>
            <a:p>
              <a:pPr algn="ctr">
                <a:lnSpc>
                  <a:spcPts val="2753"/>
                </a:lnSpc>
              </a:pPr>
            </a:p>
          </p:txBody>
        </p:sp>
      </p:grpSp>
      <p:grpSp>
        <p:nvGrpSpPr>
          <p:cNvPr name="Group 25" id="25"/>
          <p:cNvGrpSpPr/>
          <p:nvPr/>
        </p:nvGrpSpPr>
        <p:grpSpPr>
          <a:xfrm rot="0">
            <a:off x="8787413" y="6647971"/>
            <a:ext cx="5562622" cy="1107879"/>
            <a:chOff x="0" y="0"/>
            <a:chExt cx="1465053" cy="291787"/>
          </a:xfrm>
        </p:grpSpPr>
        <p:sp>
          <p:nvSpPr>
            <p:cNvPr name="Freeform 26" id="26"/>
            <p:cNvSpPr/>
            <p:nvPr/>
          </p:nvSpPr>
          <p:spPr>
            <a:xfrm flipH="false" flipV="false" rot="0">
              <a:off x="0" y="0"/>
              <a:ext cx="1465053" cy="291787"/>
            </a:xfrm>
            <a:custGeom>
              <a:avLst/>
              <a:gdLst/>
              <a:ahLst/>
              <a:cxnLst/>
              <a:rect r="r" b="b" t="t" l="l"/>
              <a:pathLst>
                <a:path h="291787" w="1465053">
                  <a:moveTo>
                    <a:pt x="23660" y="0"/>
                  </a:moveTo>
                  <a:lnTo>
                    <a:pt x="1441393" y="0"/>
                  </a:lnTo>
                  <a:cubicBezTo>
                    <a:pt x="1454460" y="0"/>
                    <a:pt x="1465053" y="10593"/>
                    <a:pt x="1465053" y="23660"/>
                  </a:cubicBezTo>
                  <a:lnTo>
                    <a:pt x="1465053" y="268127"/>
                  </a:lnTo>
                  <a:cubicBezTo>
                    <a:pt x="1465053" y="274402"/>
                    <a:pt x="1462560" y="280420"/>
                    <a:pt x="1458123" y="284857"/>
                  </a:cubicBezTo>
                  <a:cubicBezTo>
                    <a:pt x="1453686" y="289294"/>
                    <a:pt x="1447668" y="291787"/>
                    <a:pt x="1441393" y="291787"/>
                  </a:cubicBezTo>
                  <a:lnTo>
                    <a:pt x="23660" y="291787"/>
                  </a:lnTo>
                  <a:cubicBezTo>
                    <a:pt x="10593" y="291787"/>
                    <a:pt x="0" y="281194"/>
                    <a:pt x="0" y="268127"/>
                  </a:cubicBezTo>
                  <a:lnTo>
                    <a:pt x="0" y="23660"/>
                  </a:lnTo>
                  <a:cubicBezTo>
                    <a:pt x="0" y="10593"/>
                    <a:pt x="10593" y="0"/>
                    <a:pt x="23660" y="0"/>
                  </a:cubicBezTo>
                  <a:close/>
                </a:path>
              </a:pathLst>
            </a:custGeom>
            <a:solidFill>
              <a:srgbClr val="171616"/>
            </a:solidFill>
          </p:spPr>
        </p:sp>
        <p:sp>
          <p:nvSpPr>
            <p:cNvPr name="TextBox 27" id="27"/>
            <p:cNvSpPr txBox="true"/>
            <p:nvPr/>
          </p:nvSpPr>
          <p:spPr>
            <a:xfrm>
              <a:off x="0" y="-57150"/>
              <a:ext cx="1465053" cy="348937"/>
            </a:xfrm>
            <a:prstGeom prst="rect">
              <a:avLst/>
            </a:prstGeom>
          </p:spPr>
          <p:txBody>
            <a:bodyPr anchor="ctr" rtlCol="false" tIns="50800" lIns="50800" bIns="50800" rIns="50800"/>
            <a:lstStyle/>
            <a:p>
              <a:pPr algn="ctr">
                <a:lnSpc>
                  <a:spcPts val="2753"/>
                </a:lnSpc>
              </a:pPr>
            </a:p>
          </p:txBody>
        </p:sp>
      </p:grpSp>
      <p:sp>
        <p:nvSpPr>
          <p:cNvPr name="TextBox 28" id="28"/>
          <p:cNvSpPr txBox="true"/>
          <p:nvPr/>
        </p:nvSpPr>
        <p:spPr>
          <a:xfrm rot="0">
            <a:off x="8975721" y="5367793"/>
            <a:ext cx="4471820" cy="688925"/>
          </a:xfrm>
          <a:prstGeom prst="rect">
            <a:avLst/>
          </a:prstGeom>
        </p:spPr>
        <p:txBody>
          <a:bodyPr anchor="t" rtlCol="false" tIns="0" lIns="0" bIns="0" rIns="0">
            <a:spAutoFit/>
          </a:bodyPr>
          <a:lstStyle/>
          <a:p>
            <a:pPr algn="l" marL="539751" indent="-269876" lvl="1">
              <a:lnSpc>
                <a:spcPts val="2600"/>
              </a:lnSpc>
              <a:buFont typeface="Arial"/>
              <a:buChar char="•"/>
            </a:pPr>
            <a:r>
              <a:rPr lang="en-US" sz="2500">
                <a:solidFill>
                  <a:srgbClr val="FDFDFD"/>
                </a:solidFill>
                <a:latin typeface="Poppins"/>
                <a:ea typeface="Poppins"/>
                <a:cs typeface="Poppins"/>
                <a:sym typeface="Poppins"/>
              </a:rPr>
              <a:t>Lack of Engaging Virtual Reading Platforms</a:t>
            </a:r>
          </a:p>
        </p:txBody>
      </p:sp>
      <p:sp>
        <p:nvSpPr>
          <p:cNvPr name="TextBox 29" id="29"/>
          <p:cNvSpPr txBox="true"/>
          <p:nvPr/>
        </p:nvSpPr>
        <p:spPr>
          <a:xfrm rot="0">
            <a:off x="8975721" y="8364660"/>
            <a:ext cx="4415816" cy="688925"/>
          </a:xfrm>
          <a:prstGeom prst="rect">
            <a:avLst/>
          </a:prstGeom>
        </p:spPr>
        <p:txBody>
          <a:bodyPr anchor="t" rtlCol="false" tIns="0" lIns="0" bIns="0" rIns="0">
            <a:spAutoFit/>
          </a:bodyPr>
          <a:lstStyle/>
          <a:p>
            <a:pPr algn="l" marL="539751" indent="-269876" lvl="1">
              <a:lnSpc>
                <a:spcPts val="2600"/>
              </a:lnSpc>
              <a:buFont typeface="Arial"/>
              <a:buChar char="•"/>
            </a:pPr>
            <a:r>
              <a:rPr lang="en-US" sz="2500">
                <a:solidFill>
                  <a:srgbClr val="FDFDFD"/>
                </a:solidFill>
                <a:latin typeface="Poppins"/>
                <a:ea typeface="Poppins"/>
                <a:cs typeface="Poppins"/>
                <a:sym typeface="Poppins"/>
              </a:rPr>
              <a:t>Barriers to Organizing Book Clubs</a:t>
            </a:r>
          </a:p>
        </p:txBody>
      </p:sp>
      <p:sp>
        <p:nvSpPr>
          <p:cNvPr name="TextBox 30" id="30"/>
          <p:cNvSpPr txBox="true"/>
          <p:nvPr/>
        </p:nvSpPr>
        <p:spPr>
          <a:xfrm rot="0">
            <a:off x="8975721" y="6822879"/>
            <a:ext cx="4471820" cy="688925"/>
          </a:xfrm>
          <a:prstGeom prst="rect">
            <a:avLst/>
          </a:prstGeom>
        </p:spPr>
        <p:txBody>
          <a:bodyPr anchor="t" rtlCol="false" tIns="0" lIns="0" bIns="0" rIns="0">
            <a:spAutoFit/>
          </a:bodyPr>
          <a:lstStyle/>
          <a:p>
            <a:pPr algn="l" marL="539751" indent="-269876" lvl="1">
              <a:lnSpc>
                <a:spcPts val="2600"/>
              </a:lnSpc>
              <a:buFont typeface="Arial"/>
              <a:buChar char="•"/>
            </a:pPr>
            <a:r>
              <a:rPr lang="en-US" sz="2500">
                <a:solidFill>
                  <a:srgbClr val="FDFDFD"/>
                </a:solidFill>
                <a:latin typeface="Poppins"/>
                <a:ea typeface="Poppins"/>
                <a:cs typeface="Poppins"/>
                <a:sym typeface="Poppins"/>
              </a:rPr>
              <a:t>Disconnected Reading Communities</a:t>
            </a:r>
          </a:p>
        </p:txBody>
      </p:sp>
      <p:grpSp>
        <p:nvGrpSpPr>
          <p:cNvPr name="Group 31" id="31"/>
          <p:cNvGrpSpPr>
            <a:grpSpLocks noChangeAspect="true"/>
          </p:cNvGrpSpPr>
          <p:nvPr/>
        </p:nvGrpSpPr>
        <p:grpSpPr>
          <a:xfrm rot="0">
            <a:off x="2510639" y="3354803"/>
            <a:ext cx="4588328" cy="9078795"/>
            <a:chOff x="0" y="0"/>
            <a:chExt cx="2620010" cy="5184140"/>
          </a:xfrm>
        </p:grpSpPr>
        <p:sp>
          <p:nvSpPr>
            <p:cNvPr name="Freeform 32" id="32"/>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FDFDFD"/>
            </a:solidFill>
          </p:spPr>
        </p:sp>
        <p:sp>
          <p:nvSpPr>
            <p:cNvPr name="Freeform 33" id="33"/>
            <p:cNvSpPr/>
            <p:nvPr/>
          </p:nvSpPr>
          <p:spPr>
            <a:xfrm flipH="false" flipV="false" rot="0">
              <a:off x="185420" y="156210"/>
              <a:ext cx="2251710" cy="4876800"/>
            </a:xfrm>
            <a:custGeom>
              <a:avLst/>
              <a:gdLst/>
              <a:ahLst/>
              <a:cxnLst/>
              <a:rect r="r" b="b" t="t" l="l"/>
              <a:pathLst>
                <a:path h="4876800" w="225171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solidFill>
              <a:srgbClr val="514C9D"/>
            </a:solidFill>
            <a:ln w="12700">
              <a:solidFill>
                <a:srgbClr val="000000"/>
              </a:solidFill>
            </a:ln>
          </p:spPr>
        </p:sp>
        <p:sp>
          <p:nvSpPr>
            <p:cNvPr name="Freeform 34" id="34"/>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B64B8"/>
            </a:solidFill>
          </p:spPr>
        </p:sp>
        <p:sp>
          <p:nvSpPr>
            <p:cNvPr name="Freeform 35" id="35"/>
            <p:cNvSpPr/>
            <p:nvPr/>
          </p:nvSpPr>
          <p:spPr>
            <a:xfrm flipH="false" flipV="false" rot="0">
              <a:off x="1578312" y="187909"/>
              <a:ext cx="66636" cy="63602"/>
            </a:xfrm>
            <a:custGeom>
              <a:avLst/>
              <a:gdLst/>
              <a:ahLst/>
              <a:cxnLst/>
              <a:rect r="r" b="b" t="t" l="l"/>
              <a:pathLst>
                <a:path h="63602" w="66636">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6B64B8"/>
            </a:solidFill>
          </p:spPr>
        </p:sp>
        <p:sp>
          <p:nvSpPr>
            <p:cNvPr name="Freeform 36" id="36"/>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D39CB4"/>
            </a:solidFill>
          </p:spPr>
        </p:sp>
        <p:sp>
          <p:nvSpPr>
            <p:cNvPr name="Freeform 37" id="37"/>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D39CB4"/>
            </a:solidFill>
          </p:spPr>
        </p:sp>
        <p:sp>
          <p:nvSpPr>
            <p:cNvPr name="Freeform 38" id="38"/>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D39CB4"/>
            </a:solidFill>
          </p:spPr>
        </p:sp>
        <p:sp>
          <p:nvSpPr>
            <p:cNvPr name="Freeform 39" id="39"/>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D39CB4"/>
            </a:solidFill>
          </p:spPr>
        </p:sp>
        <p:sp>
          <p:nvSpPr>
            <p:cNvPr name="Freeform 40" id="40"/>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968CE4"/>
            </a:solidFill>
          </p:spPr>
        </p:sp>
      </p:grpSp>
      <p:grpSp>
        <p:nvGrpSpPr>
          <p:cNvPr name="Group 41" id="41"/>
          <p:cNvGrpSpPr/>
          <p:nvPr/>
        </p:nvGrpSpPr>
        <p:grpSpPr>
          <a:xfrm rot="0">
            <a:off x="1353602" y="964094"/>
            <a:ext cx="1931304" cy="579623"/>
            <a:chOff x="0" y="0"/>
            <a:chExt cx="2575072" cy="772830"/>
          </a:xfrm>
        </p:grpSpPr>
        <p:sp>
          <p:nvSpPr>
            <p:cNvPr name="Freeform 42" id="42"/>
            <p:cNvSpPr/>
            <p:nvPr/>
          </p:nvSpPr>
          <p:spPr>
            <a:xfrm flipH="false" flipV="false" rot="0">
              <a:off x="0" y="0"/>
              <a:ext cx="772830" cy="772830"/>
            </a:xfrm>
            <a:custGeom>
              <a:avLst/>
              <a:gdLst/>
              <a:ahLst/>
              <a:cxnLst/>
              <a:rect r="r" b="b" t="t" l="l"/>
              <a:pathLst>
                <a:path h="772830" w="772830">
                  <a:moveTo>
                    <a:pt x="0" y="0"/>
                  </a:moveTo>
                  <a:lnTo>
                    <a:pt x="772830" y="0"/>
                  </a:lnTo>
                  <a:lnTo>
                    <a:pt x="772830" y="772830"/>
                  </a:lnTo>
                  <a:lnTo>
                    <a:pt x="0" y="772830"/>
                  </a:lnTo>
                  <a:lnTo>
                    <a:pt x="0" y="0"/>
                  </a:lnTo>
                  <a:close/>
                </a:path>
              </a:pathLst>
            </a:custGeom>
            <a:blipFill>
              <a:blip r:embed="rId4"/>
              <a:stretch>
                <a:fillRect l="0" t="0" r="0" b="0"/>
              </a:stretch>
            </a:blipFill>
          </p:spPr>
        </p:sp>
        <p:sp>
          <p:nvSpPr>
            <p:cNvPr name="TextBox 43" id="43"/>
            <p:cNvSpPr txBox="true"/>
            <p:nvPr/>
          </p:nvSpPr>
          <p:spPr>
            <a:xfrm rot="0">
              <a:off x="742420" y="214179"/>
              <a:ext cx="1832652" cy="428341"/>
            </a:xfrm>
            <a:prstGeom prst="rect">
              <a:avLst/>
            </a:prstGeom>
          </p:spPr>
          <p:txBody>
            <a:bodyPr anchor="t" rtlCol="false" tIns="0" lIns="0" bIns="0" rIns="0">
              <a:spAutoFit/>
            </a:bodyPr>
            <a:lstStyle/>
            <a:p>
              <a:pPr algn="l">
                <a:lnSpc>
                  <a:spcPts val="2301"/>
                </a:lnSpc>
              </a:pPr>
              <a:r>
                <a:rPr lang="en-US" sz="2150" b="true">
                  <a:solidFill>
                    <a:srgbClr val="FDFDFD"/>
                  </a:solidFill>
                  <a:latin typeface="Poppins Medium"/>
                  <a:ea typeface="Poppins Medium"/>
                  <a:cs typeface="Poppins Medium"/>
                  <a:sym typeface="Poppins Medium"/>
                </a:rPr>
                <a:t>LitScope</a:t>
              </a:r>
            </a:p>
          </p:txBody>
        </p:sp>
      </p:grpSp>
      <p:grpSp>
        <p:nvGrpSpPr>
          <p:cNvPr name="Group 44" id="44"/>
          <p:cNvGrpSpPr/>
          <p:nvPr/>
        </p:nvGrpSpPr>
        <p:grpSpPr>
          <a:xfrm rot="0">
            <a:off x="3603623" y="6247956"/>
            <a:ext cx="2402360" cy="2032915"/>
            <a:chOff x="0" y="0"/>
            <a:chExt cx="3203147" cy="2710553"/>
          </a:xfrm>
        </p:grpSpPr>
        <p:sp>
          <p:nvSpPr>
            <p:cNvPr name="TextBox 45" id="45"/>
            <p:cNvSpPr txBox="true"/>
            <p:nvPr/>
          </p:nvSpPr>
          <p:spPr>
            <a:xfrm rot="0">
              <a:off x="0" y="2187106"/>
              <a:ext cx="3203147" cy="523447"/>
            </a:xfrm>
            <a:prstGeom prst="rect">
              <a:avLst/>
            </a:prstGeom>
          </p:spPr>
          <p:txBody>
            <a:bodyPr anchor="t" rtlCol="false" tIns="0" lIns="0" bIns="0" rIns="0">
              <a:spAutoFit/>
            </a:bodyPr>
            <a:lstStyle/>
            <a:p>
              <a:pPr algn="ctr">
                <a:lnSpc>
                  <a:spcPts val="2863"/>
                </a:lnSpc>
              </a:pPr>
              <a:r>
                <a:rPr lang="en-US" sz="2676">
                  <a:solidFill>
                    <a:srgbClr val="FDFDFD"/>
                  </a:solidFill>
                  <a:latin typeface="Poppins"/>
                  <a:ea typeface="Poppins"/>
                  <a:cs typeface="Poppins"/>
                  <a:sym typeface="Poppins"/>
                </a:rPr>
                <a:t>LitScope</a:t>
              </a:r>
            </a:p>
          </p:txBody>
        </p:sp>
        <p:sp>
          <p:nvSpPr>
            <p:cNvPr name="Freeform 46" id="46"/>
            <p:cNvSpPr/>
            <p:nvPr/>
          </p:nvSpPr>
          <p:spPr>
            <a:xfrm flipH="false" flipV="false" rot="0">
              <a:off x="422192" y="0"/>
              <a:ext cx="2315652" cy="2315652"/>
            </a:xfrm>
            <a:custGeom>
              <a:avLst/>
              <a:gdLst/>
              <a:ahLst/>
              <a:cxnLst/>
              <a:rect r="r" b="b" t="t" l="l"/>
              <a:pathLst>
                <a:path h="2315652" w="2315652">
                  <a:moveTo>
                    <a:pt x="0" y="0"/>
                  </a:moveTo>
                  <a:lnTo>
                    <a:pt x="2315652" y="0"/>
                  </a:lnTo>
                  <a:lnTo>
                    <a:pt x="2315652" y="2315652"/>
                  </a:lnTo>
                  <a:lnTo>
                    <a:pt x="0" y="2315652"/>
                  </a:lnTo>
                  <a:lnTo>
                    <a:pt x="0" y="0"/>
                  </a:lnTo>
                  <a:close/>
                </a:path>
              </a:pathLst>
            </a:custGeom>
            <a:blipFill>
              <a:blip r:embed="rId4"/>
              <a:stretch>
                <a:fillRect l="0" t="0" r="0" b="0"/>
              </a:stretch>
            </a:blipFill>
          </p:spPr>
        </p:sp>
      </p:grpSp>
    </p:spTree>
  </p:cSld>
  <p:clrMapOvr>
    <a:masterClrMapping/>
  </p:clrMapOvr>
  <p:transition spd="slow">
    <p:push dir="l"/>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6B64B8"/>
        </a:solidFill>
      </p:bgPr>
    </p:bg>
    <p:spTree>
      <p:nvGrpSpPr>
        <p:cNvPr id="1" name=""/>
        <p:cNvGrpSpPr/>
        <p:nvPr/>
      </p:nvGrpSpPr>
      <p:grpSpPr>
        <a:xfrm>
          <a:off x="0" y="0"/>
          <a:ext cx="0" cy="0"/>
          <a:chOff x="0" y="0"/>
          <a:chExt cx="0" cy="0"/>
        </a:xfrm>
      </p:grpSpPr>
      <p:grpSp>
        <p:nvGrpSpPr>
          <p:cNvPr name="Group 2" id="2"/>
          <p:cNvGrpSpPr/>
          <p:nvPr/>
        </p:nvGrpSpPr>
        <p:grpSpPr>
          <a:xfrm rot="524141">
            <a:off x="-643411" y="-4290528"/>
            <a:ext cx="4544240" cy="5877852"/>
            <a:chOff x="0" y="0"/>
            <a:chExt cx="665246" cy="860478"/>
          </a:xfrm>
        </p:grpSpPr>
        <p:sp>
          <p:nvSpPr>
            <p:cNvPr name="Freeform 3" id="3"/>
            <p:cNvSpPr/>
            <p:nvPr/>
          </p:nvSpPr>
          <p:spPr>
            <a:xfrm flipH="false" flipV="false" rot="0">
              <a:off x="0" y="0"/>
              <a:ext cx="665246" cy="860478"/>
            </a:xfrm>
            <a:custGeom>
              <a:avLst/>
              <a:gdLst/>
              <a:ahLst/>
              <a:cxnLst/>
              <a:rect r="r" b="b" t="t" l="l"/>
              <a:pathLst>
                <a:path h="860478" w="665246">
                  <a:moveTo>
                    <a:pt x="115850" y="0"/>
                  </a:moveTo>
                  <a:lnTo>
                    <a:pt x="549396" y="0"/>
                  </a:lnTo>
                  <a:cubicBezTo>
                    <a:pt x="580122" y="0"/>
                    <a:pt x="609588" y="12206"/>
                    <a:pt x="631315" y="33932"/>
                  </a:cubicBezTo>
                  <a:cubicBezTo>
                    <a:pt x="653041" y="55658"/>
                    <a:pt x="665246" y="85125"/>
                    <a:pt x="665246" y="115850"/>
                  </a:cubicBezTo>
                  <a:lnTo>
                    <a:pt x="665246" y="744628"/>
                  </a:lnTo>
                  <a:cubicBezTo>
                    <a:pt x="665246" y="808610"/>
                    <a:pt x="613378" y="860478"/>
                    <a:pt x="549396" y="860478"/>
                  </a:cubicBezTo>
                  <a:lnTo>
                    <a:pt x="115850" y="860478"/>
                  </a:lnTo>
                  <a:cubicBezTo>
                    <a:pt x="51868" y="860478"/>
                    <a:pt x="0" y="808610"/>
                    <a:pt x="0" y="744628"/>
                  </a:cubicBezTo>
                  <a:lnTo>
                    <a:pt x="0" y="115850"/>
                  </a:lnTo>
                  <a:cubicBezTo>
                    <a:pt x="0" y="51868"/>
                    <a:pt x="51868" y="0"/>
                    <a:pt x="115850" y="0"/>
                  </a:cubicBezTo>
                  <a:close/>
                </a:path>
              </a:pathLst>
            </a:custGeom>
            <a:solidFill>
              <a:srgbClr val="171616"/>
            </a:solidFill>
          </p:spPr>
        </p:sp>
        <p:sp>
          <p:nvSpPr>
            <p:cNvPr name="TextBox 4" id="4"/>
            <p:cNvSpPr txBox="true"/>
            <p:nvPr/>
          </p:nvSpPr>
          <p:spPr>
            <a:xfrm>
              <a:off x="0" y="-57150"/>
              <a:ext cx="665246" cy="91762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524141">
            <a:off x="11729743" y="4532546"/>
            <a:ext cx="7307079" cy="9451509"/>
            <a:chOff x="0" y="0"/>
            <a:chExt cx="665246" cy="860478"/>
          </a:xfrm>
        </p:grpSpPr>
        <p:sp>
          <p:nvSpPr>
            <p:cNvPr name="Freeform 6" id="6"/>
            <p:cNvSpPr/>
            <p:nvPr/>
          </p:nvSpPr>
          <p:spPr>
            <a:xfrm flipH="false" flipV="false" rot="0">
              <a:off x="0" y="0"/>
              <a:ext cx="665246" cy="860478"/>
            </a:xfrm>
            <a:custGeom>
              <a:avLst/>
              <a:gdLst/>
              <a:ahLst/>
              <a:cxnLst/>
              <a:rect r="r" b="b" t="t" l="l"/>
              <a:pathLst>
                <a:path h="860478" w="665246">
                  <a:moveTo>
                    <a:pt x="72047" y="0"/>
                  </a:moveTo>
                  <a:lnTo>
                    <a:pt x="593200" y="0"/>
                  </a:lnTo>
                  <a:cubicBezTo>
                    <a:pt x="612308" y="0"/>
                    <a:pt x="630633" y="7591"/>
                    <a:pt x="644144" y="21102"/>
                  </a:cubicBezTo>
                  <a:cubicBezTo>
                    <a:pt x="657656" y="34613"/>
                    <a:pt x="665246" y="52939"/>
                    <a:pt x="665246" y="72047"/>
                  </a:cubicBezTo>
                  <a:lnTo>
                    <a:pt x="665246" y="788431"/>
                  </a:lnTo>
                  <a:cubicBezTo>
                    <a:pt x="665246" y="807539"/>
                    <a:pt x="657656" y="825865"/>
                    <a:pt x="644144" y="839376"/>
                  </a:cubicBezTo>
                  <a:cubicBezTo>
                    <a:pt x="630633" y="852887"/>
                    <a:pt x="612308" y="860478"/>
                    <a:pt x="593200" y="860478"/>
                  </a:cubicBezTo>
                  <a:lnTo>
                    <a:pt x="72047" y="860478"/>
                  </a:lnTo>
                  <a:cubicBezTo>
                    <a:pt x="52939" y="860478"/>
                    <a:pt x="34613" y="852887"/>
                    <a:pt x="21102" y="839376"/>
                  </a:cubicBezTo>
                  <a:cubicBezTo>
                    <a:pt x="7591" y="825865"/>
                    <a:pt x="0" y="807539"/>
                    <a:pt x="0" y="788431"/>
                  </a:cubicBezTo>
                  <a:lnTo>
                    <a:pt x="0" y="72047"/>
                  </a:lnTo>
                  <a:cubicBezTo>
                    <a:pt x="0" y="52939"/>
                    <a:pt x="7591" y="34613"/>
                    <a:pt x="21102" y="21102"/>
                  </a:cubicBezTo>
                  <a:cubicBezTo>
                    <a:pt x="34613" y="7591"/>
                    <a:pt x="52939" y="0"/>
                    <a:pt x="72047" y="0"/>
                  </a:cubicBezTo>
                  <a:close/>
                </a:path>
              </a:pathLst>
            </a:custGeom>
            <a:solidFill>
              <a:srgbClr val="171616"/>
            </a:solidFill>
          </p:spPr>
        </p:sp>
        <p:sp>
          <p:nvSpPr>
            <p:cNvPr name="TextBox 7" id="7"/>
            <p:cNvSpPr txBox="true"/>
            <p:nvPr/>
          </p:nvSpPr>
          <p:spPr>
            <a:xfrm>
              <a:off x="0" y="-57150"/>
              <a:ext cx="665246" cy="917628"/>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9449703" y="1042777"/>
            <a:ext cx="1551389" cy="422257"/>
            <a:chOff x="0" y="0"/>
            <a:chExt cx="531257" cy="144598"/>
          </a:xfrm>
        </p:grpSpPr>
        <p:sp>
          <p:nvSpPr>
            <p:cNvPr name="Freeform 9" id="9"/>
            <p:cNvSpPr/>
            <p:nvPr/>
          </p:nvSpPr>
          <p:spPr>
            <a:xfrm flipH="false" flipV="false" rot="0">
              <a:off x="0" y="0"/>
              <a:ext cx="531257" cy="144598"/>
            </a:xfrm>
            <a:custGeom>
              <a:avLst/>
              <a:gdLst/>
              <a:ahLst/>
              <a:cxnLst/>
              <a:rect r="r" b="b" t="t" l="l"/>
              <a:pathLst>
                <a:path h="144598" w="531257">
                  <a:moveTo>
                    <a:pt x="49903" y="0"/>
                  </a:moveTo>
                  <a:lnTo>
                    <a:pt x="481354" y="0"/>
                  </a:lnTo>
                  <a:cubicBezTo>
                    <a:pt x="508915" y="0"/>
                    <a:pt x="531257" y="22342"/>
                    <a:pt x="531257" y="49903"/>
                  </a:cubicBezTo>
                  <a:lnTo>
                    <a:pt x="531257" y="94694"/>
                  </a:lnTo>
                  <a:cubicBezTo>
                    <a:pt x="531257" y="122255"/>
                    <a:pt x="508915" y="144598"/>
                    <a:pt x="481354" y="144598"/>
                  </a:cubicBezTo>
                  <a:lnTo>
                    <a:pt x="49903" y="144598"/>
                  </a:lnTo>
                  <a:cubicBezTo>
                    <a:pt x="36668" y="144598"/>
                    <a:pt x="23975" y="139340"/>
                    <a:pt x="14616" y="129981"/>
                  </a:cubicBezTo>
                  <a:cubicBezTo>
                    <a:pt x="5258" y="120623"/>
                    <a:pt x="0" y="107930"/>
                    <a:pt x="0" y="94694"/>
                  </a:cubicBezTo>
                  <a:lnTo>
                    <a:pt x="0" y="49903"/>
                  </a:lnTo>
                  <a:cubicBezTo>
                    <a:pt x="0" y="22342"/>
                    <a:pt x="22342" y="0"/>
                    <a:pt x="49903" y="0"/>
                  </a:cubicBezTo>
                  <a:close/>
                </a:path>
              </a:pathLst>
            </a:custGeom>
            <a:solidFill>
              <a:srgbClr val="514C9D"/>
            </a:solidFill>
            <a:ln cap="sq">
              <a:noFill/>
              <a:prstDash val="solid"/>
              <a:miter/>
            </a:ln>
          </p:spPr>
        </p:sp>
        <p:sp>
          <p:nvSpPr>
            <p:cNvPr name="TextBox 10" id="10"/>
            <p:cNvSpPr txBox="true"/>
            <p:nvPr/>
          </p:nvSpPr>
          <p:spPr>
            <a:xfrm>
              <a:off x="0" y="-57150"/>
              <a:ext cx="531257" cy="201748"/>
            </a:xfrm>
            <a:prstGeom prst="rect">
              <a:avLst/>
            </a:prstGeom>
          </p:spPr>
          <p:txBody>
            <a:bodyPr anchor="ctr" rtlCol="false" tIns="50800" lIns="50800" bIns="50800" rIns="50800"/>
            <a:lstStyle/>
            <a:p>
              <a:pPr algn="ctr" marL="0" indent="0" lvl="0">
                <a:lnSpc>
                  <a:spcPts val="2520"/>
                </a:lnSpc>
                <a:spcBef>
                  <a:spcPct val="0"/>
                </a:spcBef>
              </a:pPr>
            </a:p>
          </p:txBody>
        </p:sp>
      </p:grpSp>
      <p:grpSp>
        <p:nvGrpSpPr>
          <p:cNvPr name="Group 11" id="11"/>
          <p:cNvGrpSpPr>
            <a:grpSpLocks noChangeAspect="true"/>
          </p:cNvGrpSpPr>
          <p:nvPr/>
        </p:nvGrpSpPr>
        <p:grpSpPr>
          <a:xfrm rot="0">
            <a:off x="13237758" y="2366643"/>
            <a:ext cx="3294834" cy="6519395"/>
            <a:chOff x="0" y="0"/>
            <a:chExt cx="2620010" cy="5184140"/>
          </a:xfrm>
        </p:grpSpPr>
        <p:sp>
          <p:nvSpPr>
            <p:cNvPr name="Freeform 12" id="12"/>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171616"/>
            </a:solidFill>
          </p:spPr>
        </p:sp>
        <p:sp>
          <p:nvSpPr>
            <p:cNvPr name="Freeform 13" id="13"/>
            <p:cNvSpPr/>
            <p:nvPr/>
          </p:nvSpPr>
          <p:spPr>
            <a:xfrm flipH="false" flipV="false" rot="0">
              <a:off x="185420" y="156210"/>
              <a:ext cx="2251710" cy="4876800"/>
            </a:xfrm>
            <a:custGeom>
              <a:avLst/>
              <a:gdLst/>
              <a:ahLst/>
              <a:cxnLst/>
              <a:rect r="r" b="b" t="t" l="l"/>
              <a:pathLst>
                <a:path h="4876800" w="225171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solidFill>
              <a:srgbClr val="2B2A2A"/>
            </a:solidFill>
            <a:ln w="12700">
              <a:solidFill>
                <a:srgbClr val="000000"/>
              </a:solidFill>
            </a:ln>
          </p:spPr>
        </p:sp>
        <p:sp>
          <p:nvSpPr>
            <p:cNvPr name="Freeform 14" id="14"/>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F0B7D0"/>
            </a:solidFill>
          </p:spPr>
        </p:sp>
        <p:sp>
          <p:nvSpPr>
            <p:cNvPr name="Freeform 15" id="15"/>
            <p:cNvSpPr/>
            <p:nvPr/>
          </p:nvSpPr>
          <p:spPr>
            <a:xfrm flipH="false" flipV="false" rot="0">
              <a:off x="1578312" y="187909"/>
              <a:ext cx="66636" cy="63602"/>
            </a:xfrm>
            <a:custGeom>
              <a:avLst/>
              <a:gdLst/>
              <a:ahLst/>
              <a:cxnLst/>
              <a:rect r="r" b="b" t="t" l="l"/>
              <a:pathLst>
                <a:path h="63602" w="66636">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F0B7D0"/>
            </a:solidFill>
          </p:spPr>
        </p:sp>
        <p:sp>
          <p:nvSpPr>
            <p:cNvPr name="Freeform 16" id="16"/>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968CE4"/>
            </a:solidFill>
          </p:spPr>
        </p:sp>
        <p:sp>
          <p:nvSpPr>
            <p:cNvPr name="Freeform 17" id="17"/>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968CE4"/>
            </a:solidFill>
          </p:spPr>
        </p:sp>
        <p:sp>
          <p:nvSpPr>
            <p:cNvPr name="Freeform 18" id="18"/>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968CE4"/>
            </a:solidFill>
          </p:spPr>
        </p:sp>
        <p:sp>
          <p:nvSpPr>
            <p:cNvPr name="Freeform 19" id="19"/>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968CE4"/>
            </a:solidFill>
          </p:spPr>
        </p:sp>
        <p:sp>
          <p:nvSpPr>
            <p:cNvPr name="Freeform 20" id="20"/>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514C9D"/>
            </a:solidFill>
          </p:spPr>
        </p:sp>
      </p:grpSp>
      <p:grpSp>
        <p:nvGrpSpPr>
          <p:cNvPr name="Group 21" id="21"/>
          <p:cNvGrpSpPr/>
          <p:nvPr/>
        </p:nvGrpSpPr>
        <p:grpSpPr>
          <a:xfrm rot="0">
            <a:off x="1744917" y="3762594"/>
            <a:ext cx="6597027" cy="1886702"/>
            <a:chOff x="0" y="0"/>
            <a:chExt cx="1737489" cy="496909"/>
          </a:xfrm>
        </p:grpSpPr>
        <p:sp>
          <p:nvSpPr>
            <p:cNvPr name="Freeform 22" id="22"/>
            <p:cNvSpPr/>
            <p:nvPr/>
          </p:nvSpPr>
          <p:spPr>
            <a:xfrm flipH="false" flipV="false" rot="0">
              <a:off x="0" y="0"/>
              <a:ext cx="1737489" cy="496909"/>
            </a:xfrm>
            <a:custGeom>
              <a:avLst/>
              <a:gdLst/>
              <a:ahLst/>
              <a:cxnLst/>
              <a:rect r="r" b="b" t="t" l="l"/>
              <a:pathLst>
                <a:path h="496909" w="1737489">
                  <a:moveTo>
                    <a:pt x="19950" y="0"/>
                  </a:moveTo>
                  <a:lnTo>
                    <a:pt x="1717538" y="0"/>
                  </a:lnTo>
                  <a:cubicBezTo>
                    <a:pt x="1722830" y="0"/>
                    <a:pt x="1727904" y="2102"/>
                    <a:pt x="1731645" y="5843"/>
                  </a:cubicBezTo>
                  <a:cubicBezTo>
                    <a:pt x="1735387" y="9585"/>
                    <a:pt x="1737489" y="14659"/>
                    <a:pt x="1737489" y="19950"/>
                  </a:cubicBezTo>
                  <a:lnTo>
                    <a:pt x="1737489" y="476959"/>
                  </a:lnTo>
                  <a:cubicBezTo>
                    <a:pt x="1737489" y="482250"/>
                    <a:pt x="1735387" y="487324"/>
                    <a:pt x="1731645" y="491066"/>
                  </a:cubicBezTo>
                  <a:cubicBezTo>
                    <a:pt x="1727904" y="494807"/>
                    <a:pt x="1722830" y="496909"/>
                    <a:pt x="1717538" y="496909"/>
                  </a:cubicBezTo>
                  <a:lnTo>
                    <a:pt x="19950" y="496909"/>
                  </a:lnTo>
                  <a:cubicBezTo>
                    <a:pt x="14659" y="496909"/>
                    <a:pt x="9585" y="494807"/>
                    <a:pt x="5843" y="491066"/>
                  </a:cubicBezTo>
                  <a:cubicBezTo>
                    <a:pt x="2102" y="487324"/>
                    <a:pt x="0" y="482250"/>
                    <a:pt x="0" y="476959"/>
                  </a:cubicBezTo>
                  <a:lnTo>
                    <a:pt x="0" y="19950"/>
                  </a:lnTo>
                  <a:cubicBezTo>
                    <a:pt x="0" y="14659"/>
                    <a:pt x="2102" y="9585"/>
                    <a:pt x="5843" y="5843"/>
                  </a:cubicBezTo>
                  <a:cubicBezTo>
                    <a:pt x="9585" y="2102"/>
                    <a:pt x="14659" y="0"/>
                    <a:pt x="19950" y="0"/>
                  </a:cubicBezTo>
                  <a:close/>
                </a:path>
              </a:pathLst>
            </a:custGeom>
            <a:solidFill>
              <a:srgbClr val="2B2A2A"/>
            </a:solidFill>
          </p:spPr>
        </p:sp>
        <p:sp>
          <p:nvSpPr>
            <p:cNvPr name="TextBox 23" id="23"/>
            <p:cNvSpPr txBox="true"/>
            <p:nvPr/>
          </p:nvSpPr>
          <p:spPr>
            <a:xfrm>
              <a:off x="0" y="-57150"/>
              <a:ext cx="1737489" cy="554059"/>
            </a:xfrm>
            <a:prstGeom prst="rect">
              <a:avLst/>
            </a:prstGeom>
          </p:spPr>
          <p:txBody>
            <a:bodyPr anchor="ctr" rtlCol="false" tIns="50800" lIns="50800" bIns="50800" rIns="50800"/>
            <a:lstStyle/>
            <a:p>
              <a:pPr algn="ctr">
                <a:lnSpc>
                  <a:spcPts val="2753"/>
                </a:lnSpc>
              </a:pPr>
            </a:p>
          </p:txBody>
        </p:sp>
      </p:grpSp>
      <p:grpSp>
        <p:nvGrpSpPr>
          <p:cNvPr name="Group 24" id="24"/>
          <p:cNvGrpSpPr/>
          <p:nvPr/>
        </p:nvGrpSpPr>
        <p:grpSpPr>
          <a:xfrm rot="0">
            <a:off x="1744917" y="5859407"/>
            <a:ext cx="6597027" cy="1886702"/>
            <a:chOff x="0" y="0"/>
            <a:chExt cx="1737489" cy="496909"/>
          </a:xfrm>
        </p:grpSpPr>
        <p:sp>
          <p:nvSpPr>
            <p:cNvPr name="Freeform 25" id="25"/>
            <p:cNvSpPr/>
            <p:nvPr/>
          </p:nvSpPr>
          <p:spPr>
            <a:xfrm flipH="false" flipV="false" rot="0">
              <a:off x="0" y="0"/>
              <a:ext cx="1737489" cy="496909"/>
            </a:xfrm>
            <a:custGeom>
              <a:avLst/>
              <a:gdLst/>
              <a:ahLst/>
              <a:cxnLst/>
              <a:rect r="r" b="b" t="t" l="l"/>
              <a:pathLst>
                <a:path h="496909" w="1737489">
                  <a:moveTo>
                    <a:pt x="19950" y="0"/>
                  </a:moveTo>
                  <a:lnTo>
                    <a:pt x="1717538" y="0"/>
                  </a:lnTo>
                  <a:cubicBezTo>
                    <a:pt x="1722830" y="0"/>
                    <a:pt x="1727904" y="2102"/>
                    <a:pt x="1731645" y="5843"/>
                  </a:cubicBezTo>
                  <a:cubicBezTo>
                    <a:pt x="1735387" y="9585"/>
                    <a:pt x="1737489" y="14659"/>
                    <a:pt x="1737489" y="19950"/>
                  </a:cubicBezTo>
                  <a:lnTo>
                    <a:pt x="1737489" y="476959"/>
                  </a:lnTo>
                  <a:cubicBezTo>
                    <a:pt x="1737489" y="482250"/>
                    <a:pt x="1735387" y="487324"/>
                    <a:pt x="1731645" y="491066"/>
                  </a:cubicBezTo>
                  <a:cubicBezTo>
                    <a:pt x="1727904" y="494807"/>
                    <a:pt x="1722830" y="496909"/>
                    <a:pt x="1717538" y="496909"/>
                  </a:cubicBezTo>
                  <a:lnTo>
                    <a:pt x="19950" y="496909"/>
                  </a:lnTo>
                  <a:cubicBezTo>
                    <a:pt x="14659" y="496909"/>
                    <a:pt x="9585" y="494807"/>
                    <a:pt x="5843" y="491066"/>
                  </a:cubicBezTo>
                  <a:cubicBezTo>
                    <a:pt x="2102" y="487324"/>
                    <a:pt x="0" y="482250"/>
                    <a:pt x="0" y="476959"/>
                  </a:cubicBezTo>
                  <a:lnTo>
                    <a:pt x="0" y="19950"/>
                  </a:lnTo>
                  <a:cubicBezTo>
                    <a:pt x="0" y="14659"/>
                    <a:pt x="2102" y="9585"/>
                    <a:pt x="5843" y="5843"/>
                  </a:cubicBezTo>
                  <a:cubicBezTo>
                    <a:pt x="9585" y="2102"/>
                    <a:pt x="14659" y="0"/>
                    <a:pt x="19950" y="0"/>
                  </a:cubicBezTo>
                  <a:close/>
                </a:path>
              </a:pathLst>
            </a:custGeom>
            <a:solidFill>
              <a:srgbClr val="2B2A2A"/>
            </a:solidFill>
          </p:spPr>
        </p:sp>
        <p:sp>
          <p:nvSpPr>
            <p:cNvPr name="TextBox 26" id="26"/>
            <p:cNvSpPr txBox="true"/>
            <p:nvPr/>
          </p:nvSpPr>
          <p:spPr>
            <a:xfrm>
              <a:off x="0" y="-57150"/>
              <a:ext cx="1737489" cy="554059"/>
            </a:xfrm>
            <a:prstGeom prst="rect">
              <a:avLst/>
            </a:prstGeom>
          </p:spPr>
          <p:txBody>
            <a:bodyPr anchor="ctr" rtlCol="false" tIns="50800" lIns="50800" bIns="50800" rIns="50800"/>
            <a:lstStyle/>
            <a:p>
              <a:pPr algn="ctr">
                <a:lnSpc>
                  <a:spcPts val="2753"/>
                </a:lnSpc>
              </a:pPr>
            </a:p>
          </p:txBody>
        </p:sp>
      </p:grpSp>
      <p:grpSp>
        <p:nvGrpSpPr>
          <p:cNvPr name="Group 27" id="27"/>
          <p:cNvGrpSpPr/>
          <p:nvPr/>
        </p:nvGrpSpPr>
        <p:grpSpPr>
          <a:xfrm rot="0">
            <a:off x="1744917" y="7955659"/>
            <a:ext cx="6597027" cy="1886702"/>
            <a:chOff x="0" y="0"/>
            <a:chExt cx="1737489" cy="496909"/>
          </a:xfrm>
        </p:grpSpPr>
        <p:sp>
          <p:nvSpPr>
            <p:cNvPr name="Freeform 28" id="28"/>
            <p:cNvSpPr/>
            <p:nvPr/>
          </p:nvSpPr>
          <p:spPr>
            <a:xfrm flipH="false" flipV="false" rot="0">
              <a:off x="0" y="0"/>
              <a:ext cx="1737489" cy="496909"/>
            </a:xfrm>
            <a:custGeom>
              <a:avLst/>
              <a:gdLst/>
              <a:ahLst/>
              <a:cxnLst/>
              <a:rect r="r" b="b" t="t" l="l"/>
              <a:pathLst>
                <a:path h="496909" w="1737489">
                  <a:moveTo>
                    <a:pt x="19950" y="0"/>
                  </a:moveTo>
                  <a:lnTo>
                    <a:pt x="1717538" y="0"/>
                  </a:lnTo>
                  <a:cubicBezTo>
                    <a:pt x="1722830" y="0"/>
                    <a:pt x="1727904" y="2102"/>
                    <a:pt x="1731645" y="5843"/>
                  </a:cubicBezTo>
                  <a:cubicBezTo>
                    <a:pt x="1735387" y="9585"/>
                    <a:pt x="1737489" y="14659"/>
                    <a:pt x="1737489" y="19950"/>
                  </a:cubicBezTo>
                  <a:lnTo>
                    <a:pt x="1737489" y="476959"/>
                  </a:lnTo>
                  <a:cubicBezTo>
                    <a:pt x="1737489" y="482250"/>
                    <a:pt x="1735387" y="487324"/>
                    <a:pt x="1731645" y="491066"/>
                  </a:cubicBezTo>
                  <a:cubicBezTo>
                    <a:pt x="1727904" y="494807"/>
                    <a:pt x="1722830" y="496909"/>
                    <a:pt x="1717538" y="496909"/>
                  </a:cubicBezTo>
                  <a:lnTo>
                    <a:pt x="19950" y="496909"/>
                  </a:lnTo>
                  <a:cubicBezTo>
                    <a:pt x="14659" y="496909"/>
                    <a:pt x="9585" y="494807"/>
                    <a:pt x="5843" y="491066"/>
                  </a:cubicBezTo>
                  <a:cubicBezTo>
                    <a:pt x="2102" y="487324"/>
                    <a:pt x="0" y="482250"/>
                    <a:pt x="0" y="476959"/>
                  </a:cubicBezTo>
                  <a:lnTo>
                    <a:pt x="0" y="19950"/>
                  </a:lnTo>
                  <a:cubicBezTo>
                    <a:pt x="0" y="14659"/>
                    <a:pt x="2102" y="9585"/>
                    <a:pt x="5843" y="5843"/>
                  </a:cubicBezTo>
                  <a:cubicBezTo>
                    <a:pt x="9585" y="2102"/>
                    <a:pt x="14659" y="0"/>
                    <a:pt x="19950" y="0"/>
                  </a:cubicBezTo>
                  <a:close/>
                </a:path>
              </a:pathLst>
            </a:custGeom>
            <a:solidFill>
              <a:srgbClr val="2B2A2A"/>
            </a:solidFill>
          </p:spPr>
        </p:sp>
        <p:sp>
          <p:nvSpPr>
            <p:cNvPr name="TextBox 29" id="29"/>
            <p:cNvSpPr txBox="true"/>
            <p:nvPr/>
          </p:nvSpPr>
          <p:spPr>
            <a:xfrm>
              <a:off x="0" y="-57150"/>
              <a:ext cx="1737489" cy="554059"/>
            </a:xfrm>
            <a:prstGeom prst="rect">
              <a:avLst/>
            </a:prstGeom>
          </p:spPr>
          <p:txBody>
            <a:bodyPr anchor="ctr" rtlCol="false" tIns="50800" lIns="50800" bIns="50800" rIns="50800"/>
            <a:lstStyle/>
            <a:p>
              <a:pPr algn="ctr">
                <a:lnSpc>
                  <a:spcPts val="2753"/>
                </a:lnSpc>
              </a:pPr>
            </a:p>
          </p:txBody>
        </p:sp>
      </p:grpSp>
      <p:sp>
        <p:nvSpPr>
          <p:cNvPr name="TextBox 30" id="30"/>
          <p:cNvSpPr txBox="true"/>
          <p:nvPr/>
        </p:nvSpPr>
        <p:spPr>
          <a:xfrm rot="0">
            <a:off x="9688080" y="1049992"/>
            <a:ext cx="1074634" cy="349989"/>
          </a:xfrm>
          <a:prstGeom prst="rect">
            <a:avLst/>
          </a:prstGeom>
        </p:spPr>
        <p:txBody>
          <a:bodyPr anchor="t" rtlCol="false" tIns="0" lIns="0" bIns="0" rIns="0">
            <a:spAutoFit/>
          </a:bodyPr>
          <a:lstStyle/>
          <a:p>
            <a:pPr algn="ctr">
              <a:lnSpc>
                <a:spcPts val="2753"/>
              </a:lnSpc>
            </a:pPr>
            <a:r>
              <a:rPr lang="en-US" sz="1967">
                <a:solidFill>
                  <a:srgbClr val="FDFDFD"/>
                </a:solidFill>
                <a:latin typeface="Poppins"/>
                <a:ea typeface="Poppins"/>
                <a:cs typeface="Poppins"/>
                <a:sym typeface="Poppins"/>
              </a:rPr>
              <a:t>Home</a:t>
            </a:r>
          </a:p>
        </p:txBody>
      </p:sp>
      <p:sp>
        <p:nvSpPr>
          <p:cNvPr name="TextBox 31" id="31"/>
          <p:cNvSpPr txBox="true"/>
          <p:nvPr/>
        </p:nvSpPr>
        <p:spPr>
          <a:xfrm rot="0">
            <a:off x="11491323" y="1049992"/>
            <a:ext cx="1446373" cy="349989"/>
          </a:xfrm>
          <a:prstGeom prst="rect">
            <a:avLst/>
          </a:prstGeom>
        </p:spPr>
        <p:txBody>
          <a:bodyPr anchor="t" rtlCol="false" tIns="0" lIns="0" bIns="0" rIns="0">
            <a:spAutoFit/>
          </a:bodyPr>
          <a:lstStyle/>
          <a:p>
            <a:pPr algn="ctr">
              <a:lnSpc>
                <a:spcPts val="2753"/>
              </a:lnSpc>
            </a:pPr>
            <a:r>
              <a:rPr lang="en-US" sz="1967">
                <a:solidFill>
                  <a:srgbClr val="FDFDFD"/>
                </a:solidFill>
                <a:latin typeface="Poppins"/>
                <a:ea typeface="Poppins"/>
                <a:cs typeface="Poppins"/>
                <a:sym typeface="Poppins"/>
              </a:rPr>
              <a:t>Profile</a:t>
            </a:r>
          </a:p>
        </p:txBody>
      </p:sp>
      <p:sp>
        <p:nvSpPr>
          <p:cNvPr name="TextBox 32" id="32"/>
          <p:cNvSpPr txBox="true"/>
          <p:nvPr/>
        </p:nvSpPr>
        <p:spPr>
          <a:xfrm rot="0">
            <a:off x="13666306" y="1049992"/>
            <a:ext cx="1218869" cy="349989"/>
          </a:xfrm>
          <a:prstGeom prst="rect">
            <a:avLst/>
          </a:prstGeom>
        </p:spPr>
        <p:txBody>
          <a:bodyPr anchor="t" rtlCol="false" tIns="0" lIns="0" bIns="0" rIns="0">
            <a:spAutoFit/>
          </a:bodyPr>
          <a:lstStyle/>
          <a:p>
            <a:pPr algn="ctr">
              <a:lnSpc>
                <a:spcPts val="2753"/>
              </a:lnSpc>
            </a:pPr>
            <a:r>
              <a:rPr lang="en-US" sz="1967">
                <a:solidFill>
                  <a:srgbClr val="FDFDFD"/>
                </a:solidFill>
                <a:latin typeface="Poppins"/>
                <a:ea typeface="Poppins"/>
                <a:cs typeface="Poppins"/>
                <a:sym typeface="Poppins"/>
              </a:rPr>
              <a:t>My Clubs</a:t>
            </a:r>
          </a:p>
        </p:txBody>
      </p:sp>
      <p:sp>
        <p:nvSpPr>
          <p:cNvPr name="TextBox 33" id="33"/>
          <p:cNvSpPr txBox="true"/>
          <p:nvPr/>
        </p:nvSpPr>
        <p:spPr>
          <a:xfrm rot="0">
            <a:off x="15613784" y="1049992"/>
            <a:ext cx="1281321" cy="349989"/>
          </a:xfrm>
          <a:prstGeom prst="rect">
            <a:avLst/>
          </a:prstGeom>
        </p:spPr>
        <p:txBody>
          <a:bodyPr anchor="t" rtlCol="false" tIns="0" lIns="0" bIns="0" rIns="0">
            <a:spAutoFit/>
          </a:bodyPr>
          <a:lstStyle/>
          <a:p>
            <a:pPr algn="ctr">
              <a:lnSpc>
                <a:spcPts val="2753"/>
              </a:lnSpc>
            </a:pPr>
            <a:r>
              <a:rPr lang="en-US" sz="1967">
                <a:solidFill>
                  <a:srgbClr val="DC6C6C"/>
                </a:solidFill>
                <a:latin typeface="Poppins"/>
                <a:ea typeface="Poppins"/>
                <a:cs typeface="Poppins"/>
                <a:sym typeface="Poppins"/>
              </a:rPr>
              <a:t>Log Out</a:t>
            </a:r>
          </a:p>
        </p:txBody>
      </p:sp>
      <p:sp>
        <p:nvSpPr>
          <p:cNvPr name="TextBox 34" id="34"/>
          <p:cNvSpPr txBox="true"/>
          <p:nvPr/>
        </p:nvSpPr>
        <p:spPr>
          <a:xfrm rot="0">
            <a:off x="1824205" y="1949781"/>
            <a:ext cx="4882892" cy="968607"/>
          </a:xfrm>
          <a:prstGeom prst="rect">
            <a:avLst/>
          </a:prstGeom>
        </p:spPr>
        <p:txBody>
          <a:bodyPr anchor="t" rtlCol="false" tIns="0" lIns="0" bIns="0" rIns="0">
            <a:spAutoFit/>
          </a:bodyPr>
          <a:lstStyle/>
          <a:p>
            <a:pPr algn="l" marL="0" indent="0" lvl="0">
              <a:lnSpc>
                <a:spcPts val="6973"/>
              </a:lnSpc>
              <a:spcBef>
                <a:spcPct val="0"/>
              </a:spcBef>
            </a:pPr>
            <a:r>
              <a:rPr lang="en-US" b="true" sz="6517">
                <a:solidFill>
                  <a:srgbClr val="FDFDFD"/>
                </a:solidFill>
                <a:latin typeface="Poppins Bold"/>
                <a:ea typeface="Poppins Bold"/>
                <a:cs typeface="Poppins Bold"/>
                <a:sym typeface="Poppins Bold"/>
              </a:rPr>
              <a:t>So does</a:t>
            </a:r>
          </a:p>
        </p:txBody>
      </p:sp>
      <p:sp>
        <p:nvSpPr>
          <p:cNvPr name="TextBox 35" id="35"/>
          <p:cNvSpPr txBox="true"/>
          <p:nvPr/>
        </p:nvSpPr>
        <p:spPr>
          <a:xfrm rot="0">
            <a:off x="1812272" y="2727741"/>
            <a:ext cx="5115462" cy="968607"/>
          </a:xfrm>
          <a:prstGeom prst="rect">
            <a:avLst/>
          </a:prstGeom>
        </p:spPr>
        <p:txBody>
          <a:bodyPr anchor="t" rtlCol="false" tIns="0" lIns="0" bIns="0" rIns="0">
            <a:spAutoFit/>
          </a:bodyPr>
          <a:lstStyle/>
          <a:p>
            <a:pPr algn="l" marL="0" indent="0" lvl="0">
              <a:lnSpc>
                <a:spcPts val="6973"/>
              </a:lnSpc>
              <a:spcBef>
                <a:spcPct val="0"/>
              </a:spcBef>
            </a:pPr>
            <a:r>
              <a:rPr lang="en-US" b="true" sz="6517">
                <a:solidFill>
                  <a:srgbClr val="FDFDFD"/>
                </a:solidFill>
                <a:latin typeface="Poppins Bold"/>
                <a:ea typeface="Poppins Bold"/>
                <a:cs typeface="Poppins Bold"/>
                <a:sym typeface="Poppins Bold"/>
              </a:rPr>
              <a:t>Solutions...</a:t>
            </a:r>
          </a:p>
        </p:txBody>
      </p:sp>
      <p:sp>
        <p:nvSpPr>
          <p:cNvPr name="TextBox 36" id="36"/>
          <p:cNvSpPr txBox="true"/>
          <p:nvPr/>
        </p:nvSpPr>
        <p:spPr>
          <a:xfrm rot="0">
            <a:off x="2328779" y="4230381"/>
            <a:ext cx="5399462" cy="1092510"/>
          </a:xfrm>
          <a:prstGeom prst="rect">
            <a:avLst/>
          </a:prstGeom>
        </p:spPr>
        <p:txBody>
          <a:bodyPr anchor="t" rtlCol="false" tIns="0" lIns="0" bIns="0" rIns="0">
            <a:spAutoFit/>
          </a:bodyPr>
          <a:lstStyle/>
          <a:p>
            <a:pPr algn="l" marL="0" indent="0" lvl="0">
              <a:lnSpc>
                <a:spcPts val="2105"/>
              </a:lnSpc>
            </a:pPr>
            <a:r>
              <a:rPr lang="en-US" sz="1799">
                <a:solidFill>
                  <a:srgbClr val="FDFDFD"/>
                </a:solidFill>
                <a:latin typeface="Poppins"/>
                <a:ea typeface="Poppins"/>
                <a:cs typeface="Poppins"/>
                <a:sym typeface="Poppins"/>
              </a:rPr>
              <a:t>Generic platforms lack structure for meaningful book discussions. LitScope provides a dedicated space for organized and engaging book clubs.</a:t>
            </a:r>
          </a:p>
        </p:txBody>
      </p:sp>
      <p:sp>
        <p:nvSpPr>
          <p:cNvPr name="TextBox 37" id="37"/>
          <p:cNvSpPr txBox="true"/>
          <p:nvPr/>
        </p:nvSpPr>
        <p:spPr>
          <a:xfrm rot="0">
            <a:off x="2328779" y="6362824"/>
            <a:ext cx="5399462" cy="1092510"/>
          </a:xfrm>
          <a:prstGeom prst="rect">
            <a:avLst/>
          </a:prstGeom>
        </p:spPr>
        <p:txBody>
          <a:bodyPr anchor="t" rtlCol="false" tIns="0" lIns="0" bIns="0" rIns="0">
            <a:spAutoFit/>
          </a:bodyPr>
          <a:lstStyle/>
          <a:p>
            <a:pPr algn="l" marL="0" indent="0" lvl="0">
              <a:lnSpc>
                <a:spcPts val="2105"/>
              </a:lnSpc>
            </a:pPr>
            <a:r>
              <a:rPr lang="en-US" sz="1799">
                <a:solidFill>
                  <a:srgbClr val="FDFDFD"/>
                </a:solidFill>
                <a:latin typeface="Poppins"/>
                <a:ea typeface="Poppins"/>
                <a:cs typeface="Poppins"/>
                <a:sym typeface="Poppins"/>
              </a:rPr>
              <a:t>Readers often feel isolated in their reading journey. LitScope fosters connection by creating an interactive space for shared insights and discussions.</a:t>
            </a:r>
          </a:p>
        </p:txBody>
      </p:sp>
      <p:grpSp>
        <p:nvGrpSpPr>
          <p:cNvPr name="Group 38" id="38"/>
          <p:cNvGrpSpPr/>
          <p:nvPr/>
        </p:nvGrpSpPr>
        <p:grpSpPr>
          <a:xfrm rot="0">
            <a:off x="1353602" y="964094"/>
            <a:ext cx="1931304" cy="579623"/>
            <a:chOff x="0" y="0"/>
            <a:chExt cx="2575072" cy="772830"/>
          </a:xfrm>
        </p:grpSpPr>
        <p:sp>
          <p:nvSpPr>
            <p:cNvPr name="Freeform 39" id="39"/>
            <p:cNvSpPr/>
            <p:nvPr/>
          </p:nvSpPr>
          <p:spPr>
            <a:xfrm flipH="false" flipV="false" rot="0">
              <a:off x="0" y="0"/>
              <a:ext cx="772830" cy="772830"/>
            </a:xfrm>
            <a:custGeom>
              <a:avLst/>
              <a:gdLst/>
              <a:ahLst/>
              <a:cxnLst/>
              <a:rect r="r" b="b" t="t" l="l"/>
              <a:pathLst>
                <a:path h="772830" w="772830">
                  <a:moveTo>
                    <a:pt x="0" y="0"/>
                  </a:moveTo>
                  <a:lnTo>
                    <a:pt x="772830" y="0"/>
                  </a:lnTo>
                  <a:lnTo>
                    <a:pt x="772830" y="772830"/>
                  </a:lnTo>
                  <a:lnTo>
                    <a:pt x="0" y="772830"/>
                  </a:lnTo>
                  <a:lnTo>
                    <a:pt x="0" y="0"/>
                  </a:lnTo>
                  <a:close/>
                </a:path>
              </a:pathLst>
            </a:custGeom>
            <a:blipFill>
              <a:blip r:embed="rId2"/>
              <a:stretch>
                <a:fillRect l="0" t="0" r="0" b="0"/>
              </a:stretch>
            </a:blipFill>
          </p:spPr>
        </p:sp>
        <p:sp>
          <p:nvSpPr>
            <p:cNvPr name="TextBox 40" id="40"/>
            <p:cNvSpPr txBox="true"/>
            <p:nvPr/>
          </p:nvSpPr>
          <p:spPr>
            <a:xfrm rot="0">
              <a:off x="742420" y="214179"/>
              <a:ext cx="1832652" cy="428341"/>
            </a:xfrm>
            <a:prstGeom prst="rect">
              <a:avLst/>
            </a:prstGeom>
          </p:spPr>
          <p:txBody>
            <a:bodyPr anchor="t" rtlCol="false" tIns="0" lIns="0" bIns="0" rIns="0">
              <a:spAutoFit/>
            </a:bodyPr>
            <a:lstStyle/>
            <a:p>
              <a:pPr algn="l">
                <a:lnSpc>
                  <a:spcPts val="2301"/>
                </a:lnSpc>
              </a:pPr>
              <a:r>
                <a:rPr lang="en-US" sz="2150" b="true">
                  <a:solidFill>
                    <a:srgbClr val="FDFDFD"/>
                  </a:solidFill>
                  <a:latin typeface="Poppins Medium"/>
                  <a:ea typeface="Poppins Medium"/>
                  <a:cs typeface="Poppins Medium"/>
                  <a:sym typeface="Poppins Medium"/>
                </a:rPr>
                <a:t>LitScope</a:t>
              </a:r>
            </a:p>
          </p:txBody>
        </p:sp>
      </p:grpSp>
      <p:sp>
        <p:nvSpPr>
          <p:cNvPr name="TextBox 41" id="41"/>
          <p:cNvSpPr txBox="true"/>
          <p:nvPr/>
        </p:nvSpPr>
        <p:spPr>
          <a:xfrm rot="0">
            <a:off x="2328779" y="8423446"/>
            <a:ext cx="5399462" cy="1092510"/>
          </a:xfrm>
          <a:prstGeom prst="rect">
            <a:avLst/>
          </a:prstGeom>
        </p:spPr>
        <p:txBody>
          <a:bodyPr anchor="t" rtlCol="false" tIns="0" lIns="0" bIns="0" rIns="0">
            <a:spAutoFit/>
          </a:bodyPr>
          <a:lstStyle/>
          <a:p>
            <a:pPr algn="l" marL="0" indent="0" lvl="0">
              <a:lnSpc>
                <a:spcPts val="2105"/>
              </a:lnSpc>
            </a:pPr>
            <a:r>
              <a:rPr lang="en-US" sz="1799">
                <a:solidFill>
                  <a:srgbClr val="FDFDFD"/>
                </a:solidFill>
                <a:latin typeface="Poppins"/>
                <a:ea typeface="Poppins"/>
                <a:cs typeface="Poppins"/>
                <a:sym typeface="Poppins"/>
              </a:rPr>
              <a:t>Managing book clubs can be challenging. LitScope makes it easy to create and participate in book discussions with minimal effort.</a:t>
            </a:r>
          </a:p>
        </p:txBody>
      </p:sp>
      <p:grpSp>
        <p:nvGrpSpPr>
          <p:cNvPr name="Group 42" id="42"/>
          <p:cNvGrpSpPr>
            <a:grpSpLocks noChangeAspect="true"/>
          </p:cNvGrpSpPr>
          <p:nvPr/>
        </p:nvGrpSpPr>
        <p:grpSpPr>
          <a:xfrm rot="0">
            <a:off x="11156784" y="3920517"/>
            <a:ext cx="2509522" cy="4965520"/>
            <a:chOff x="0" y="0"/>
            <a:chExt cx="2620010" cy="5184140"/>
          </a:xfrm>
        </p:grpSpPr>
        <p:sp>
          <p:nvSpPr>
            <p:cNvPr name="Freeform 43" id="43"/>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171616"/>
            </a:solidFill>
          </p:spPr>
        </p:sp>
        <p:sp>
          <p:nvSpPr>
            <p:cNvPr name="Freeform 44" id="44"/>
            <p:cNvSpPr/>
            <p:nvPr/>
          </p:nvSpPr>
          <p:spPr>
            <a:xfrm flipH="false" flipV="false" rot="0">
              <a:off x="185420" y="156210"/>
              <a:ext cx="2251710" cy="4876800"/>
            </a:xfrm>
            <a:custGeom>
              <a:avLst/>
              <a:gdLst/>
              <a:ahLst/>
              <a:cxnLst/>
              <a:rect r="r" b="b" t="t" l="l"/>
              <a:pathLst>
                <a:path h="4876800" w="225171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solidFill>
              <a:srgbClr val="2B2A2A"/>
            </a:solidFill>
            <a:ln w="12700">
              <a:solidFill>
                <a:srgbClr val="000000"/>
              </a:solidFill>
            </a:ln>
          </p:spPr>
        </p:sp>
        <p:sp>
          <p:nvSpPr>
            <p:cNvPr name="Freeform 45" id="45"/>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F0B7D0"/>
            </a:solidFill>
          </p:spPr>
        </p:sp>
        <p:sp>
          <p:nvSpPr>
            <p:cNvPr name="Freeform 46" id="46"/>
            <p:cNvSpPr/>
            <p:nvPr/>
          </p:nvSpPr>
          <p:spPr>
            <a:xfrm flipH="false" flipV="false" rot="0">
              <a:off x="1578312" y="187909"/>
              <a:ext cx="66636" cy="63602"/>
            </a:xfrm>
            <a:custGeom>
              <a:avLst/>
              <a:gdLst/>
              <a:ahLst/>
              <a:cxnLst/>
              <a:rect r="r" b="b" t="t" l="l"/>
              <a:pathLst>
                <a:path h="63602" w="66636">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F0B7D0"/>
            </a:solidFill>
          </p:spPr>
        </p:sp>
        <p:sp>
          <p:nvSpPr>
            <p:cNvPr name="Freeform 47" id="47"/>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968CE4"/>
            </a:solidFill>
          </p:spPr>
        </p:sp>
        <p:sp>
          <p:nvSpPr>
            <p:cNvPr name="Freeform 48" id="48"/>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968CE4"/>
            </a:solidFill>
          </p:spPr>
        </p:sp>
        <p:sp>
          <p:nvSpPr>
            <p:cNvPr name="Freeform 49" id="49"/>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968CE4"/>
            </a:solidFill>
          </p:spPr>
        </p:sp>
        <p:sp>
          <p:nvSpPr>
            <p:cNvPr name="Freeform 50" id="50"/>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968CE4"/>
            </a:solidFill>
          </p:spPr>
        </p:sp>
        <p:sp>
          <p:nvSpPr>
            <p:cNvPr name="Freeform 51" id="51"/>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514C9D"/>
            </a:solidFill>
          </p:spPr>
        </p:sp>
      </p:grpSp>
      <p:grpSp>
        <p:nvGrpSpPr>
          <p:cNvPr name="Group 52" id="52"/>
          <p:cNvGrpSpPr/>
          <p:nvPr/>
        </p:nvGrpSpPr>
        <p:grpSpPr>
          <a:xfrm rot="0">
            <a:off x="11703836" y="5531322"/>
            <a:ext cx="1415417" cy="1197748"/>
            <a:chOff x="0" y="0"/>
            <a:chExt cx="1887223" cy="1596997"/>
          </a:xfrm>
        </p:grpSpPr>
        <p:sp>
          <p:nvSpPr>
            <p:cNvPr name="TextBox 53" id="53"/>
            <p:cNvSpPr txBox="true"/>
            <p:nvPr/>
          </p:nvSpPr>
          <p:spPr>
            <a:xfrm rot="0">
              <a:off x="0" y="1292507"/>
              <a:ext cx="1887223" cy="304490"/>
            </a:xfrm>
            <a:prstGeom prst="rect">
              <a:avLst/>
            </a:prstGeom>
          </p:spPr>
          <p:txBody>
            <a:bodyPr anchor="t" rtlCol="false" tIns="0" lIns="0" bIns="0" rIns="0">
              <a:spAutoFit/>
            </a:bodyPr>
            <a:lstStyle/>
            <a:p>
              <a:pPr algn="ctr">
                <a:lnSpc>
                  <a:spcPts val="1687"/>
                </a:lnSpc>
              </a:pPr>
              <a:r>
                <a:rPr lang="en-US" sz="1576">
                  <a:solidFill>
                    <a:srgbClr val="FDFDFD"/>
                  </a:solidFill>
                  <a:latin typeface="Poppins"/>
                  <a:ea typeface="Poppins"/>
                  <a:cs typeface="Poppins"/>
                  <a:sym typeface="Poppins"/>
                </a:rPr>
                <a:t>LitScope</a:t>
              </a:r>
            </a:p>
          </p:txBody>
        </p:sp>
        <p:sp>
          <p:nvSpPr>
            <p:cNvPr name="Freeform 54" id="54"/>
            <p:cNvSpPr/>
            <p:nvPr/>
          </p:nvSpPr>
          <p:spPr>
            <a:xfrm flipH="false" flipV="false" rot="0">
              <a:off x="248746" y="0"/>
              <a:ext cx="1364330" cy="1364330"/>
            </a:xfrm>
            <a:custGeom>
              <a:avLst/>
              <a:gdLst/>
              <a:ahLst/>
              <a:cxnLst/>
              <a:rect r="r" b="b" t="t" l="l"/>
              <a:pathLst>
                <a:path h="1364330" w="1364330">
                  <a:moveTo>
                    <a:pt x="0" y="0"/>
                  </a:moveTo>
                  <a:lnTo>
                    <a:pt x="1364331" y="0"/>
                  </a:lnTo>
                  <a:lnTo>
                    <a:pt x="1364331" y="1364330"/>
                  </a:lnTo>
                  <a:lnTo>
                    <a:pt x="0" y="1364330"/>
                  </a:lnTo>
                  <a:lnTo>
                    <a:pt x="0" y="0"/>
                  </a:lnTo>
                  <a:close/>
                </a:path>
              </a:pathLst>
            </a:custGeom>
            <a:blipFill>
              <a:blip r:embed="rId2"/>
              <a:stretch>
                <a:fillRect l="0" t="0" r="0" b="0"/>
              </a:stretch>
            </a:blipFill>
          </p:spPr>
        </p:sp>
      </p:grpSp>
      <p:grpSp>
        <p:nvGrpSpPr>
          <p:cNvPr name="Group 55" id="55"/>
          <p:cNvGrpSpPr/>
          <p:nvPr/>
        </p:nvGrpSpPr>
        <p:grpSpPr>
          <a:xfrm rot="0">
            <a:off x="13970213" y="4875042"/>
            <a:ext cx="1829922" cy="1548508"/>
            <a:chOff x="0" y="0"/>
            <a:chExt cx="2439896" cy="2064678"/>
          </a:xfrm>
        </p:grpSpPr>
        <p:sp>
          <p:nvSpPr>
            <p:cNvPr name="TextBox 56" id="56"/>
            <p:cNvSpPr txBox="true"/>
            <p:nvPr/>
          </p:nvSpPr>
          <p:spPr>
            <a:xfrm rot="0">
              <a:off x="0" y="1668228"/>
              <a:ext cx="2439896" cy="396450"/>
            </a:xfrm>
            <a:prstGeom prst="rect">
              <a:avLst/>
            </a:prstGeom>
          </p:spPr>
          <p:txBody>
            <a:bodyPr anchor="t" rtlCol="false" tIns="0" lIns="0" bIns="0" rIns="0">
              <a:spAutoFit/>
            </a:bodyPr>
            <a:lstStyle/>
            <a:p>
              <a:pPr algn="ctr">
                <a:lnSpc>
                  <a:spcPts val="2181"/>
                </a:lnSpc>
              </a:pPr>
              <a:r>
                <a:rPr lang="en-US" sz="2038">
                  <a:solidFill>
                    <a:srgbClr val="FDFDFD"/>
                  </a:solidFill>
                  <a:latin typeface="Poppins"/>
                  <a:ea typeface="Poppins"/>
                  <a:cs typeface="Poppins"/>
                  <a:sym typeface="Poppins"/>
                </a:rPr>
                <a:t>LitScope</a:t>
              </a:r>
            </a:p>
          </p:txBody>
        </p:sp>
        <p:sp>
          <p:nvSpPr>
            <p:cNvPr name="Freeform 57" id="57"/>
            <p:cNvSpPr/>
            <p:nvPr/>
          </p:nvSpPr>
          <p:spPr>
            <a:xfrm flipH="false" flipV="false" rot="0">
              <a:off x="321592" y="0"/>
              <a:ext cx="1763874" cy="1763874"/>
            </a:xfrm>
            <a:custGeom>
              <a:avLst/>
              <a:gdLst/>
              <a:ahLst/>
              <a:cxnLst/>
              <a:rect r="r" b="b" t="t" l="l"/>
              <a:pathLst>
                <a:path h="1763874" w="1763874">
                  <a:moveTo>
                    <a:pt x="0" y="0"/>
                  </a:moveTo>
                  <a:lnTo>
                    <a:pt x="1763874" y="0"/>
                  </a:lnTo>
                  <a:lnTo>
                    <a:pt x="1763874" y="1763874"/>
                  </a:lnTo>
                  <a:lnTo>
                    <a:pt x="0" y="1763874"/>
                  </a:lnTo>
                  <a:lnTo>
                    <a:pt x="0" y="0"/>
                  </a:lnTo>
                  <a:close/>
                </a:path>
              </a:pathLst>
            </a:custGeom>
            <a:blipFill>
              <a:blip r:embed="rId2"/>
              <a:stretch>
                <a:fillRect l="0" t="0" r="0" b="0"/>
              </a:stretch>
            </a:blipFill>
          </p:spPr>
        </p:sp>
      </p:grpSp>
      <p:sp>
        <p:nvSpPr>
          <p:cNvPr name="TextBox 58" id="58"/>
          <p:cNvSpPr txBox="true"/>
          <p:nvPr/>
        </p:nvSpPr>
        <p:spPr>
          <a:xfrm rot="0">
            <a:off x="1788310" y="3983182"/>
            <a:ext cx="2955093" cy="365100"/>
          </a:xfrm>
          <a:prstGeom prst="rect">
            <a:avLst/>
          </a:prstGeom>
        </p:spPr>
        <p:txBody>
          <a:bodyPr anchor="t" rtlCol="false" tIns="0" lIns="0" bIns="0" rIns="0">
            <a:spAutoFit/>
          </a:bodyPr>
          <a:lstStyle/>
          <a:p>
            <a:pPr algn="l" marL="539751" indent="-269876" lvl="1">
              <a:lnSpc>
                <a:spcPts val="2600"/>
              </a:lnSpc>
              <a:buFont typeface="Arial"/>
              <a:buChar char="•"/>
            </a:pPr>
            <a:r>
              <a:rPr lang="en-US" sz="2500">
                <a:solidFill>
                  <a:srgbClr val="FDFDFD"/>
                </a:solidFill>
                <a:latin typeface="Poppins"/>
                <a:ea typeface="Poppins"/>
                <a:cs typeface="Poppins"/>
                <a:sym typeface="Poppins"/>
              </a:rPr>
              <a:t> </a:t>
            </a:r>
          </a:p>
        </p:txBody>
      </p:sp>
      <p:sp>
        <p:nvSpPr>
          <p:cNvPr name="TextBox 59" id="59"/>
          <p:cNvSpPr txBox="true"/>
          <p:nvPr/>
        </p:nvSpPr>
        <p:spPr>
          <a:xfrm rot="0">
            <a:off x="1788310" y="6038177"/>
            <a:ext cx="2955093" cy="365100"/>
          </a:xfrm>
          <a:prstGeom prst="rect">
            <a:avLst/>
          </a:prstGeom>
        </p:spPr>
        <p:txBody>
          <a:bodyPr anchor="t" rtlCol="false" tIns="0" lIns="0" bIns="0" rIns="0">
            <a:spAutoFit/>
          </a:bodyPr>
          <a:lstStyle/>
          <a:p>
            <a:pPr algn="l" marL="539751" indent="-269876" lvl="1">
              <a:lnSpc>
                <a:spcPts val="2600"/>
              </a:lnSpc>
              <a:buFont typeface="Arial"/>
              <a:buChar char="•"/>
            </a:pPr>
            <a:r>
              <a:rPr lang="en-US" sz="2500">
                <a:solidFill>
                  <a:srgbClr val="FDFDFD"/>
                </a:solidFill>
                <a:latin typeface="Poppins"/>
                <a:ea typeface="Poppins"/>
                <a:cs typeface="Poppins"/>
                <a:sym typeface="Poppins"/>
              </a:rPr>
              <a:t> </a:t>
            </a:r>
          </a:p>
        </p:txBody>
      </p:sp>
      <p:sp>
        <p:nvSpPr>
          <p:cNvPr name="TextBox 60" id="60"/>
          <p:cNvSpPr txBox="true"/>
          <p:nvPr/>
        </p:nvSpPr>
        <p:spPr>
          <a:xfrm rot="0">
            <a:off x="1788310" y="8146159"/>
            <a:ext cx="2955093" cy="365100"/>
          </a:xfrm>
          <a:prstGeom prst="rect">
            <a:avLst/>
          </a:prstGeom>
        </p:spPr>
        <p:txBody>
          <a:bodyPr anchor="t" rtlCol="false" tIns="0" lIns="0" bIns="0" rIns="0">
            <a:spAutoFit/>
          </a:bodyPr>
          <a:lstStyle/>
          <a:p>
            <a:pPr algn="l" marL="539751" indent="-269876" lvl="1">
              <a:lnSpc>
                <a:spcPts val="2600"/>
              </a:lnSpc>
              <a:buFont typeface="Arial"/>
              <a:buChar char="•"/>
            </a:pPr>
            <a:r>
              <a:rPr lang="en-US" sz="2500">
                <a:solidFill>
                  <a:srgbClr val="FDFDFD"/>
                </a:solidFill>
                <a:latin typeface="Poppins"/>
                <a:ea typeface="Poppins"/>
                <a:cs typeface="Poppins"/>
                <a:sym typeface="Poppins"/>
              </a:rPr>
              <a:t> </a:t>
            </a:r>
          </a:p>
        </p:txBody>
      </p:sp>
    </p:spTree>
  </p:cSld>
  <p:clrMapOvr>
    <a:masterClrMapping/>
  </p:clrMapOvr>
  <p:transition spd="slow">
    <p:push dir="l"/>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6B64B8"/>
        </a:solidFill>
      </p:bgPr>
    </p:bg>
    <p:spTree>
      <p:nvGrpSpPr>
        <p:cNvPr id="1" name=""/>
        <p:cNvGrpSpPr/>
        <p:nvPr/>
      </p:nvGrpSpPr>
      <p:grpSpPr>
        <a:xfrm>
          <a:off x="0" y="0"/>
          <a:ext cx="0" cy="0"/>
          <a:chOff x="0" y="0"/>
          <a:chExt cx="0" cy="0"/>
        </a:xfrm>
      </p:grpSpPr>
      <p:grpSp>
        <p:nvGrpSpPr>
          <p:cNvPr name="Group 2" id="2"/>
          <p:cNvGrpSpPr/>
          <p:nvPr/>
        </p:nvGrpSpPr>
        <p:grpSpPr>
          <a:xfrm rot="524141">
            <a:off x="-720362" y="-1702596"/>
            <a:ext cx="4544240" cy="5877852"/>
            <a:chOff x="0" y="0"/>
            <a:chExt cx="665246" cy="860478"/>
          </a:xfrm>
        </p:grpSpPr>
        <p:sp>
          <p:nvSpPr>
            <p:cNvPr name="Freeform 3" id="3"/>
            <p:cNvSpPr/>
            <p:nvPr/>
          </p:nvSpPr>
          <p:spPr>
            <a:xfrm flipH="false" flipV="false" rot="0">
              <a:off x="0" y="0"/>
              <a:ext cx="665246" cy="860478"/>
            </a:xfrm>
            <a:custGeom>
              <a:avLst/>
              <a:gdLst/>
              <a:ahLst/>
              <a:cxnLst/>
              <a:rect r="r" b="b" t="t" l="l"/>
              <a:pathLst>
                <a:path h="860478" w="665246">
                  <a:moveTo>
                    <a:pt x="115850" y="0"/>
                  </a:moveTo>
                  <a:lnTo>
                    <a:pt x="549396" y="0"/>
                  </a:lnTo>
                  <a:cubicBezTo>
                    <a:pt x="580122" y="0"/>
                    <a:pt x="609588" y="12206"/>
                    <a:pt x="631315" y="33932"/>
                  </a:cubicBezTo>
                  <a:cubicBezTo>
                    <a:pt x="653041" y="55658"/>
                    <a:pt x="665246" y="85125"/>
                    <a:pt x="665246" y="115850"/>
                  </a:cubicBezTo>
                  <a:lnTo>
                    <a:pt x="665246" y="744628"/>
                  </a:lnTo>
                  <a:cubicBezTo>
                    <a:pt x="665246" y="808610"/>
                    <a:pt x="613378" y="860478"/>
                    <a:pt x="549396" y="860478"/>
                  </a:cubicBezTo>
                  <a:lnTo>
                    <a:pt x="115850" y="860478"/>
                  </a:lnTo>
                  <a:cubicBezTo>
                    <a:pt x="51868" y="860478"/>
                    <a:pt x="0" y="808610"/>
                    <a:pt x="0" y="744628"/>
                  </a:cubicBezTo>
                  <a:lnTo>
                    <a:pt x="0" y="115850"/>
                  </a:lnTo>
                  <a:cubicBezTo>
                    <a:pt x="0" y="51868"/>
                    <a:pt x="51868" y="0"/>
                    <a:pt x="115850" y="0"/>
                  </a:cubicBezTo>
                  <a:close/>
                </a:path>
              </a:pathLst>
            </a:custGeom>
            <a:solidFill>
              <a:srgbClr val="171616"/>
            </a:solidFill>
          </p:spPr>
        </p:sp>
        <p:sp>
          <p:nvSpPr>
            <p:cNvPr name="TextBox 4" id="4"/>
            <p:cNvSpPr txBox="true"/>
            <p:nvPr/>
          </p:nvSpPr>
          <p:spPr>
            <a:xfrm>
              <a:off x="0" y="-57150"/>
              <a:ext cx="665246" cy="91762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7032880" y="3710980"/>
            <a:ext cx="12687804" cy="9451509"/>
            <a:chOff x="0" y="0"/>
            <a:chExt cx="1155115" cy="860478"/>
          </a:xfrm>
        </p:grpSpPr>
        <p:sp>
          <p:nvSpPr>
            <p:cNvPr name="Freeform 6" id="6"/>
            <p:cNvSpPr/>
            <p:nvPr/>
          </p:nvSpPr>
          <p:spPr>
            <a:xfrm flipH="false" flipV="false" rot="0">
              <a:off x="0" y="0"/>
              <a:ext cx="1155115" cy="860478"/>
            </a:xfrm>
            <a:custGeom>
              <a:avLst/>
              <a:gdLst/>
              <a:ahLst/>
              <a:cxnLst/>
              <a:rect r="r" b="b" t="t" l="l"/>
              <a:pathLst>
                <a:path h="860478" w="1155115">
                  <a:moveTo>
                    <a:pt x="34170" y="0"/>
                  </a:moveTo>
                  <a:lnTo>
                    <a:pt x="1120944" y="0"/>
                  </a:lnTo>
                  <a:cubicBezTo>
                    <a:pt x="1130007" y="0"/>
                    <a:pt x="1138698" y="3600"/>
                    <a:pt x="1145106" y="10008"/>
                  </a:cubicBezTo>
                  <a:cubicBezTo>
                    <a:pt x="1151514" y="16416"/>
                    <a:pt x="1155115" y="25108"/>
                    <a:pt x="1155115" y="34170"/>
                  </a:cubicBezTo>
                  <a:lnTo>
                    <a:pt x="1155115" y="826308"/>
                  </a:lnTo>
                  <a:cubicBezTo>
                    <a:pt x="1155115" y="835370"/>
                    <a:pt x="1151514" y="844061"/>
                    <a:pt x="1145106" y="850470"/>
                  </a:cubicBezTo>
                  <a:cubicBezTo>
                    <a:pt x="1138698" y="856878"/>
                    <a:pt x="1130007" y="860478"/>
                    <a:pt x="1120944" y="860478"/>
                  </a:cubicBezTo>
                  <a:lnTo>
                    <a:pt x="34170" y="860478"/>
                  </a:lnTo>
                  <a:cubicBezTo>
                    <a:pt x="25108" y="860478"/>
                    <a:pt x="16416" y="856878"/>
                    <a:pt x="10008" y="850470"/>
                  </a:cubicBezTo>
                  <a:cubicBezTo>
                    <a:pt x="3600" y="844061"/>
                    <a:pt x="0" y="835370"/>
                    <a:pt x="0" y="826308"/>
                  </a:cubicBezTo>
                  <a:lnTo>
                    <a:pt x="0" y="34170"/>
                  </a:lnTo>
                  <a:cubicBezTo>
                    <a:pt x="0" y="25108"/>
                    <a:pt x="3600" y="16416"/>
                    <a:pt x="10008" y="10008"/>
                  </a:cubicBezTo>
                  <a:cubicBezTo>
                    <a:pt x="16416" y="3600"/>
                    <a:pt x="25108" y="0"/>
                    <a:pt x="34170" y="0"/>
                  </a:cubicBezTo>
                  <a:close/>
                </a:path>
              </a:pathLst>
            </a:custGeom>
            <a:solidFill>
              <a:srgbClr val="171616"/>
            </a:solidFill>
          </p:spPr>
        </p:sp>
        <p:sp>
          <p:nvSpPr>
            <p:cNvPr name="TextBox 7" id="7"/>
            <p:cNvSpPr txBox="true"/>
            <p:nvPr/>
          </p:nvSpPr>
          <p:spPr>
            <a:xfrm>
              <a:off x="0" y="-57150"/>
              <a:ext cx="1155115" cy="917628"/>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9449703" y="1042777"/>
            <a:ext cx="1551389" cy="422257"/>
            <a:chOff x="0" y="0"/>
            <a:chExt cx="531257" cy="144598"/>
          </a:xfrm>
        </p:grpSpPr>
        <p:sp>
          <p:nvSpPr>
            <p:cNvPr name="Freeform 9" id="9"/>
            <p:cNvSpPr/>
            <p:nvPr/>
          </p:nvSpPr>
          <p:spPr>
            <a:xfrm flipH="false" flipV="false" rot="0">
              <a:off x="0" y="0"/>
              <a:ext cx="531257" cy="144598"/>
            </a:xfrm>
            <a:custGeom>
              <a:avLst/>
              <a:gdLst/>
              <a:ahLst/>
              <a:cxnLst/>
              <a:rect r="r" b="b" t="t" l="l"/>
              <a:pathLst>
                <a:path h="144598" w="531257">
                  <a:moveTo>
                    <a:pt x="49903" y="0"/>
                  </a:moveTo>
                  <a:lnTo>
                    <a:pt x="481354" y="0"/>
                  </a:lnTo>
                  <a:cubicBezTo>
                    <a:pt x="508915" y="0"/>
                    <a:pt x="531257" y="22342"/>
                    <a:pt x="531257" y="49903"/>
                  </a:cubicBezTo>
                  <a:lnTo>
                    <a:pt x="531257" y="94694"/>
                  </a:lnTo>
                  <a:cubicBezTo>
                    <a:pt x="531257" y="122255"/>
                    <a:pt x="508915" y="144598"/>
                    <a:pt x="481354" y="144598"/>
                  </a:cubicBezTo>
                  <a:lnTo>
                    <a:pt x="49903" y="144598"/>
                  </a:lnTo>
                  <a:cubicBezTo>
                    <a:pt x="36668" y="144598"/>
                    <a:pt x="23975" y="139340"/>
                    <a:pt x="14616" y="129981"/>
                  </a:cubicBezTo>
                  <a:cubicBezTo>
                    <a:pt x="5258" y="120623"/>
                    <a:pt x="0" y="107930"/>
                    <a:pt x="0" y="94694"/>
                  </a:cubicBezTo>
                  <a:lnTo>
                    <a:pt x="0" y="49903"/>
                  </a:lnTo>
                  <a:cubicBezTo>
                    <a:pt x="0" y="22342"/>
                    <a:pt x="22342" y="0"/>
                    <a:pt x="49903" y="0"/>
                  </a:cubicBezTo>
                  <a:close/>
                </a:path>
              </a:pathLst>
            </a:custGeom>
            <a:solidFill>
              <a:srgbClr val="514C9D"/>
            </a:solidFill>
            <a:ln cap="sq">
              <a:noFill/>
              <a:prstDash val="solid"/>
              <a:miter/>
            </a:ln>
          </p:spPr>
        </p:sp>
        <p:sp>
          <p:nvSpPr>
            <p:cNvPr name="TextBox 10" id="10"/>
            <p:cNvSpPr txBox="true"/>
            <p:nvPr/>
          </p:nvSpPr>
          <p:spPr>
            <a:xfrm>
              <a:off x="0" y="-57150"/>
              <a:ext cx="531257" cy="201748"/>
            </a:xfrm>
            <a:prstGeom prst="rect">
              <a:avLst/>
            </a:prstGeom>
          </p:spPr>
          <p:txBody>
            <a:bodyPr anchor="ctr" rtlCol="false" tIns="50800" lIns="50800" bIns="50800" rIns="50800"/>
            <a:lstStyle/>
            <a:p>
              <a:pPr algn="ctr" marL="0" indent="0" lvl="0">
                <a:lnSpc>
                  <a:spcPts val="2520"/>
                </a:lnSpc>
                <a:spcBef>
                  <a:spcPct val="0"/>
                </a:spcBef>
              </a:pPr>
            </a:p>
          </p:txBody>
        </p:sp>
      </p:grpSp>
      <p:sp>
        <p:nvSpPr>
          <p:cNvPr name="TextBox 11" id="11"/>
          <p:cNvSpPr txBox="true"/>
          <p:nvPr/>
        </p:nvSpPr>
        <p:spPr>
          <a:xfrm rot="0">
            <a:off x="9688080" y="1049992"/>
            <a:ext cx="1074634" cy="349989"/>
          </a:xfrm>
          <a:prstGeom prst="rect">
            <a:avLst/>
          </a:prstGeom>
        </p:spPr>
        <p:txBody>
          <a:bodyPr anchor="t" rtlCol="false" tIns="0" lIns="0" bIns="0" rIns="0">
            <a:spAutoFit/>
          </a:bodyPr>
          <a:lstStyle/>
          <a:p>
            <a:pPr algn="ctr">
              <a:lnSpc>
                <a:spcPts val="2753"/>
              </a:lnSpc>
            </a:pPr>
            <a:r>
              <a:rPr lang="en-US" sz="1967">
                <a:solidFill>
                  <a:srgbClr val="FDFDFD"/>
                </a:solidFill>
                <a:latin typeface="Poppins"/>
                <a:ea typeface="Poppins"/>
                <a:cs typeface="Poppins"/>
                <a:sym typeface="Poppins"/>
              </a:rPr>
              <a:t>Home</a:t>
            </a:r>
          </a:p>
        </p:txBody>
      </p:sp>
      <p:sp>
        <p:nvSpPr>
          <p:cNvPr name="TextBox 12" id="12"/>
          <p:cNvSpPr txBox="true"/>
          <p:nvPr/>
        </p:nvSpPr>
        <p:spPr>
          <a:xfrm rot="0">
            <a:off x="11491323" y="1049992"/>
            <a:ext cx="1446373" cy="349989"/>
          </a:xfrm>
          <a:prstGeom prst="rect">
            <a:avLst/>
          </a:prstGeom>
        </p:spPr>
        <p:txBody>
          <a:bodyPr anchor="t" rtlCol="false" tIns="0" lIns="0" bIns="0" rIns="0">
            <a:spAutoFit/>
          </a:bodyPr>
          <a:lstStyle/>
          <a:p>
            <a:pPr algn="ctr">
              <a:lnSpc>
                <a:spcPts val="2753"/>
              </a:lnSpc>
            </a:pPr>
            <a:r>
              <a:rPr lang="en-US" sz="1967">
                <a:solidFill>
                  <a:srgbClr val="FDFDFD"/>
                </a:solidFill>
                <a:latin typeface="Poppins"/>
                <a:ea typeface="Poppins"/>
                <a:cs typeface="Poppins"/>
                <a:sym typeface="Poppins"/>
              </a:rPr>
              <a:t>Profile</a:t>
            </a:r>
          </a:p>
        </p:txBody>
      </p:sp>
      <p:sp>
        <p:nvSpPr>
          <p:cNvPr name="TextBox 13" id="13"/>
          <p:cNvSpPr txBox="true"/>
          <p:nvPr/>
        </p:nvSpPr>
        <p:spPr>
          <a:xfrm rot="0">
            <a:off x="13666306" y="1049992"/>
            <a:ext cx="1218869" cy="349989"/>
          </a:xfrm>
          <a:prstGeom prst="rect">
            <a:avLst/>
          </a:prstGeom>
        </p:spPr>
        <p:txBody>
          <a:bodyPr anchor="t" rtlCol="false" tIns="0" lIns="0" bIns="0" rIns="0">
            <a:spAutoFit/>
          </a:bodyPr>
          <a:lstStyle/>
          <a:p>
            <a:pPr algn="ctr">
              <a:lnSpc>
                <a:spcPts val="2753"/>
              </a:lnSpc>
            </a:pPr>
            <a:r>
              <a:rPr lang="en-US" sz="1967">
                <a:solidFill>
                  <a:srgbClr val="FDFDFD"/>
                </a:solidFill>
                <a:latin typeface="Poppins"/>
                <a:ea typeface="Poppins"/>
                <a:cs typeface="Poppins"/>
                <a:sym typeface="Poppins"/>
              </a:rPr>
              <a:t>My Clubs</a:t>
            </a:r>
          </a:p>
        </p:txBody>
      </p:sp>
      <p:sp>
        <p:nvSpPr>
          <p:cNvPr name="TextBox 14" id="14"/>
          <p:cNvSpPr txBox="true"/>
          <p:nvPr/>
        </p:nvSpPr>
        <p:spPr>
          <a:xfrm rot="0">
            <a:off x="15613784" y="1049992"/>
            <a:ext cx="1281321" cy="349989"/>
          </a:xfrm>
          <a:prstGeom prst="rect">
            <a:avLst/>
          </a:prstGeom>
        </p:spPr>
        <p:txBody>
          <a:bodyPr anchor="t" rtlCol="false" tIns="0" lIns="0" bIns="0" rIns="0">
            <a:spAutoFit/>
          </a:bodyPr>
          <a:lstStyle/>
          <a:p>
            <a:pPr algn="ctr">
              <a:lnSpc>
                <a:spcPts val="2753"/>
              </a:lnSpc>
            </a:pPr>
            <a:r>
              <a:rPr lang="en-US" sz="1967">
                <a:solidFill>
                  <a:srgbClr val="DC6C6C"/>
                </a:solidFill>
                <a:latin typeface="Poppins"/>
                <a:ea typeface="Poppins"/>
                <a:cs typeface="Poppins"/>
                <a:sym typeface="Poppins"/>
              </a:rPr>
              <a:t>Log Out</a:t>
            </a:r>
          </a:p>
        </p:txBody>
      </p:sp>
      <p:grpSp>
        <p:nvGrpSpPr>
          <p:cNvPr name="Group 15" id="15"/>
          <p:cNvGrpSpPr/>
          <p:nvPr/>
        </p:nvGrpSpPr>
        <p:grpSpPr>
          <a:xfrm rot="0">
            <a:off x="7887615" y="4438897"/>
            <a:ext cx="639485" cy="639485"/>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4C9D"/>
            </a:solidFill>
          </p:spPr>
        </p:sp>
        <p:sp>
          <p:nvSpPr>
            <p:cNvPr name="TextBox 17" id="17"/>
            <p:cNvSpPr txBox="true"/>
            <p:nvPr/>
          </p:nvSpPr>
          <p:spPr>
            <a:xfrm>
              <a:off x="76200" y="85725"/>
              <a:ext cx="660400" cy="650875"/>
            </a:xfrm>
            <a:prstGeom prst="rect">
              <a:avLst/>
            </a:prstGeom>
          </p:spPr>
          <p:txBody>
            <a:bodyPr anchor="ctr" rtlCol="false" tIns="50800" lIns="50800" bIns="50800" rIns="50800"/>
            <a:lstStyle/>
            <a:p>
              <a:pPr algn="ctr">
                <a:lnSpc>
                  <a:spcPts val="2600"/>
                </a:lnSpc>
              </a:pPr>
            </a:p>
          </p:txBody>
        </p:sp>
      </p:grpSp>
      <p:sp>
        <p:nvSpPr>
          <p:cNvPr name="TextBox 18" id="18"/>
          <p:cNvSpPr txBox="true"/>
          <p:nvPr/>
        </p:nvSpPr>
        <p:spPr>
          <a:xfrm rot="0">
            <a:off x="7887615" y="5194295"/>
            <a:ext cx="3517301" cy="688925"/>
          </a:xfrm>
          <a:prstGeom prst="rect">
            <a:avLst/>
          </a:prstGeom>
        </p:spPr>
        <p:txBody>
          <a:bodyPr anchor="t" rtlCol="false" tIns="0" lIns="0" bIns="0" rIns="0">
            <a:spAutoFit/>
          </a:bodyPr>
          <a:lstStyle/>
          <a:p>
            <a:pPr algn="l">
              <a:lnSpc>
                <a:spcPts val="2600"/>
              </a:lnSpc>
            </a:pPr>
            <a:r>
              <a:rPr lang="en-US" sz="2500" b="true">
                <a:solidFill>
                  <a:srgbClr val="FDFDFD"/>
                </a:solidFill>
                <a:latin typeface="Poppins Medium"/>
                <a:ea typeface="Poppins Medium"/>
                <a:cs typeface="Poppins Medium"/>
                <a:sym typeface="Poppins Medium"/>
              </a:rPr>
              <a:t>Book Clubs</a:t>
            </a:r>
          </a:p>
          <a:p>
            <a:pPr algn="l" marL="0" indent="0" lvl="0">
              <a:lnSpc>
                <a:spcPts val="2600"/>
              </a:lnSpc>
            </a:pPr>
          </a:p>
        </p:txBody>
      </p:sp>
      <p:sp>
        <p:nvSpPr>
          <p:cNvPr name="TextBox 19" id="19"/>
          <p:cNvSpPr txBox="true"/>
          <p:nvPr/>
        </p:nvSpPr>
        <p:spPr>
          <a:xfrm rot="0">
            <a:off x="13295164" y="5180344"/>
            <a:ext cx="4024907" cy="365100"/>
          </a:xfrm>
          <a:prstGeom prst="rect">
            <a:avLst/>
          </a:prstGeom>
        </p:spPr>
        <p:txBody>
          <a:bodyPr anchor="t" rtlCol="false" tIns="0" lIns="0" bIns="0" rIns="0">
            <a:spAutoFit/>
          </a:bodyPr>
          <a:lstStyle/>
          <a:p>
            <a:pPr algn="l" marL="0" indent="0" lvl="0">
              <a:lnSpc>
                <a:spcPts val="2600"/>
              </a:lnSpc>
            </a:pPr>
            <a:r>
              <a:rPr lang="en-US" b="true" sz="2500">
                <a:solidFill>
                  <a:srgbClr val="FDFDFD"/>
                </a:solidFill>
                <a:latin typeface="Poppins Medium"/>
                <a:ea typeface="Poppins Medium"/>
                <a:cs typeface="Poppins Medium"/>
                <a:sym typeface="Poppins Medium"/>
              </a:rPr>
              <a:t>Live Discussions</a:t>
            </a:r>
          </a:p>
        </p:txBody>
      </p:sp>
      <p:sp>
        <p:nvSpPr>
          <p:cNvPr name="TextBox 20" id="20"/>
          <p:cNvSpPr txBox="true"/>
          <p:nvPr/>
        </p:nvSpPr>
        <p:spPr>
          <a:xfrm rot="0">
            <a:off x="7887615" y="7942051"/>
            <a:ext cx="3771180" cy="365100"/>
          </a:xfrm>
          <a:prstGeom prst="rect">
            <a:avLst/>
          </a:prstGeom>
        </p:spPr>
        <p:txBody>
          <a:bodyPr anchor="t" rtlCol="false" tIns="0" lIns="0" bIns="0" rIns="0">
            <a:spAutoFit/>
          </a:bodyPr>
          <a:lstStyle/>
          <a:p>
            <a:pPr algn="l" marL="0" indent="0" lvl="0">
              <a:lnSpc>
                <a:spcPts val="2600"/>
              </a:lnSpc>
            </a:pPr>
            <a:r>
              <a:rPr lang="en-US" b="true" sz="2500">
                <a:solidFill>
                  <a:srgbClr val="FDFDFD"/>
                </a:solidFill>
                <a:latin typeface="Poppins Medium"/>
                <a:ea typeface="Poppins Medium"/>
                <a:cs typeface="Poppins Medium"/>
                <a:sym typeface="Poppins Medium"/>
              </a:rPr>
              <a:t>Reading Progress</a:t>
            </a:r>
          </a:p>
        </p:txBody>
      </p:sp>
      <p:sp>
        <p:nvSpPr>
          <p:cNvPr name="TextBox 21" id="21"/>
          <p:cNvSpPr txBox="true"/>
          <p:nvPr/>
        </p:nvSpPr>
        <p:spPr>
          <a:xfrm rot="0">
            <a:off x="13295164" y="7943295"/>
            <a:ext cx="2505553" cy="365100"/>
          </a:xfrm>
          <a:prstGeom prst="rect">
            <a:avLst/>
          </a:prstGeom>
        </p:spPr>
        <p:txBody>
          <a:bodyPr anchor="t" rtlCol="false" tIns="0" lIns="0" bIns="0" rIns="0">
            <a:spAutoFit/>
          </a:bodyPr>
          <a:lstStyle/>
          <a:p>
            <a:pPr algn="l" marL="0" indent="0" lvl="0">
              <a:lnSpc>
                <a:spcPts val="2600"/>
              </a:lnSpc>
            </a:pPr>
            <a:r>
              <a:rPr lang="en-US" b="true" sz="2500">
                <a:solidFill>
                  <a:srgbClr val="FDFDFD"/>
                </a:solidFill>
                <a:latin typeface="Poppins Medium"/>
                <a:ea typeface="Poppins Medium"/>
                <a:cs typeface="Poppins Medium"/>
                <a:sym typeface="Poppins Medium"/>
              </a:rPr>
              <a:t>Preview Books</a:t>
            </a:r>
          </a:p>
        </p:txBody>
      </p:sp>
      <p:sp>
        <p:nvSpPr>
          <p:cNvPr name="TextBox 22" id="22"/>
          <p:cNvSpPr txBox="true"/>
          <p:nvPr/>
        </p:nvSpPr>
        <p:spPr>
          <a:xfrm rot="0">
            <a:off x="8137572" y="4548962"/>
            <a:ext cx="363188" cy="476505"/>
          </a:xfrm>
          <a:prstGeom prst="rect">
            <a:avLst/>
          </a:prstGeom>
        </p:spPr>
        <p:txBody>
          <a:bodyPr anchor="t" rtlCol="false" tIns="0" lIns="0" bIns="0" rIns="0">
            <a:spAutoFit/>
          </a:bodyPr>
          <a:lstStyle/>
          <a:p>
            <a:pPr algn="l" marL="0" indent="0" lvl="0">
              <a:lnSpc>
                <a:spcPts val="3425"/>
              </a:lnSpc>
            </a:pPr>
            <a:r>
              <a:rPr lang="en-US" b="true" sz="3293">
                <a:solidFill>
                  <a:srgbClr val="FDFDFD"/>
                </a:solidFill>
                <a:latin typeface="Poppins Medium"/>
                <a:ea typeface="Poppins Medium"/>
                <a:cs typeface="Poppins Medium"/>
                <a:sym typeface="Poppins Medium"/>
              </a:rPr>
              <a:t>1</a:t>
            </a:r>
          </a:p>
        </p:txBody>
      </p:sp>
      <p:grpSp>
        <p:nvGrpSpPr>
          <p:cNvPr name="Group 23" id="23"/>
          <p:cNvGrpSpPr/>
          <p:nvPr/>
        </p:nvGrpSpPr>
        <p:grpSpPr>
          <a:xfrm rot="0">
            <a:off x="13295164" y="4438897"/>
            <a:ext cx="639485" cy="639485"/>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4C9D"/>
            </a:solidFill>
          </p:spPr>
        </p:sp>
        <p:sp>
          <p:nvSpPr>
            <p:cNvPr name="TextBox 25" id="25"/>
            <p:cNvSpPr txBox="true"/>
            <p:nvPr/>
          </p:nvSpPr>
          <p:spPr>
            <a:xfrm>
              <a:off x="76200" y="85725"/>
              <a:ext cx="660400" cy="650875"/>
            </a:xfrm>
            <a:prstGeom prst="rect">
              <a:avLst/>
            </a:prstGeom>
          </p:spPr>
          <p:txBody>
            <a:bodyPr anchor="ctr" rtlCol="false" tIns="50800" lIns="50800" bIns="50800" rIns="50800"/>
            <a:lstStyle/>
            <a:p>
              <a:pPr algn="ctr">
                <a:lnSpc>
                  <a:spcPts val="2600"/>
                </a:lnSpc>
              </a:pPr>
            </a:p>
          </p:txBody>
        </p:sp>
      </p:grpSp>
      <p:sp>
        <p:nvSpPr>
          <p:cNvPr name="TextBox 26" id="26"/>
          <p:cNvSpPr txBox="true"/>
          <p:nvPr/>
        </p:nvSpPr>
        <p:spPr>
          <a:xfrm rot="0">
            <a:off x="13494237" y="4548962"/>
            <a:ext cx="363188" cy="476505"/>
          </a:xfrm>
          <a:prstGeom prst="rect">
            <a:avLst/>
          </a:prstGeom>
        </p:spPr>
        <p:txBody>
          <a:bodyPr anchor="t" rtlCol="false" tIns="0" lIns="0" bIns="0" rIns="0">
            <a:spAutoFit/>
          </a:bodyPr>
          <a:lstStyle/>
          <a:p>
            <a:pPr algn="l" marL="0" indent="0" lvl="0">
              <a:lnSpc>
                <a:spcPts val="3425"/>
              </a:lnSpc>
            </a:pPr>
            <a:r>
              <a:rPr lang="en-US" b="true" sz="3293">
                <a:solidFill>
                  <a:srgbClr val="FDFDFD"/>
                </a:solidFill>
                <a:latin typeface="Poppins Medium"/>
                <a:ea typeface="Poppins Medium"/>
                <a:cs typeface="Poppins Medium"/>
                <a:sym typeface="Poppins Medium"/>
              </a:rPr>
              <a:t>2</a:t>
            </a:r>
          </a:p>
        </p:txBody>
      </p:sp>
      <p:grpSp>
        <p:nvGrpSpPr>
          <p:cNvPr name="Group 27" id="27"/>
          <p:cNvGrpSpPr/>
          <p:nvPr/>
        </p:nvGrpSpPr>
        <p:grpSpPr>
          <a:xfrm rot="0">
            <a:off x="7887615" y="7186653"/>
            <a:ext cx="639485" cy="639485"/>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4C9D"/>
            </a:solidFill>
          </p:spPr>
        </p:sp>
        <p:sp>
          <p:nvSpPr>
            <p:cNvPr name="TextBox 29" id="29"/>
            <p:cNvSpPr txBox="true"/>
            <p:nvPr/>
          </p:nvSpPr>
          <p:spPr>
            <a:xfrm>
              <a:off x="76200" y="85725"/>
              <a:ext cx="660400" cy="650875"/>
            </a:xfrm>
            <a:prstGeom prst="rect">
              <a:avLst/>
            </a:prstGeom>
          </p:spPr>
          <p:txBody>
            <a:bodyPr anchor="ctr" rtlCol="false" tIns="50800" lIns="50800" bIns="50800" rIns="50800"/>
            <a:lstStyle/>
            <a:p>
              <a:pPr algn="ctr">
                <a:lnSpc>
                  <a:spcPts val="2600"/>
                </a:lnSpc>
              </a:pPr>
            </a:p>
          </p:txBody>
        </p:sp>
      </p:grpSp>
      <p:sp>
        <p:nvSpPr>
          <p:cNvPr name="TextBox 30" id="30"/>
          <p:cNvSpPr txBox="true"/>
          <p:nvPr/>
        </p:nvSpPr>
        <p:spPr>
          <a:xfrm rot="0">
            <a:off x="8089947" y="7287692"/>
            <a:ext cx="363188" cy="476505"/>
          </a:xfrm>
          <a:prstGeom prst="rect">
            <a:avLst/>
          </a:prstGeom>
        </p:spPr>
        <p:txBody>
          <a:bodyPr anchor="t" rtlCol="false" tIns="0" lIns="0" bIns="0" rIns="0">
            <a:spAutoFit/>
          </a:bodyPr>
          <a:lstStyle/>
          <a:p>
            <a:pPr algn="l" marL="0" indent="0" lvl="0">
              <a:lnSpc>
                <a:spcPts val="3425"/>
              </a:lnSpc>
            </a:pPr>
            <a:r>
              <a:rPr lang="en-US" b="true" sz="3293">
                <a:solidFill>
                  <a:srgbClr val="FDFDFD"/>
                </a:solidFill>
                <a:latin typeface="Poppins Medium"/>
                <a:ea typeface="Poppins Medium"/>
                <a:cs typeface="Poppins Medium"/>
                <a:sym typeface="Poppins Medium"/>
              </a:rPr>
              <a:t>3</a:t>
            </a:r>
          </a:p>
        </p:txBody>
      </p:sp>
      <p:grpSp>
        <p:nvGrpSpPr>
          <p:cNvPr name="Group 31" id="31"/>
          <p:cNvGrpSpPr/>
          <p:nvPr/>
        </p:nvGrpSpPr>
        <p:grpSpPr>
          <a:xfrm rot="0">
            <a:off x="13295164" y="7186653"/>
            <a:ext cx="639485" cy="639485"/>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4C9D"/>
            </a:solidFill>
          </p:spPr>
        </p:sp>
        <p:sp>
          <p:nvSpPr>
            <p:cNvPr name="TextBox 33" id="33"/>
            <p:cNvSpPr txBox="true"/>
            <p:nvPr/>
          </p:nvSpPr>
          <p:spPr>
            <a:xfrm>
              <a:off x="76200" y="85725"/>
              <a:ext cx="660400" cy="650875"/>
            </a:xfrm>
            <a:prstGeom prst="rect">
              <a:avLst/>
            </a:prstGeom>
          </p:spPr>
          <p:txBody>
            <a:bodyPr anchor="ctr" rtlCol="false" tIns="50800" lIns="50800" bIns="50800" rIns="50800"/>
            <a:lstStyle/>
            <a:p>
              <a:pPr algn="ctr">
                <a:lnSpc>
                  <a:spcPts val="2600"/>
                </a:lnSpc>
              </a:pPr>
            </a:p>
          </p:txBody>
        </p:sp>
      </p:grpSp>
      <p:sp>
        <p:nvSpPr>
          <p:cNvPr name="TextBox 34" id="34"/>
          <p:cNvSpPr txBox="true"/>
          <p:nvPr/>
        </p:nvSpPr>
        <p:spPr>
          <a:xfrm rot="0">
            <a:off x="13461888" y="7278167"/>
            <a:ext cx="363188" cy="476505"/>
          </a:xfrm>
          <a:prstGeom prst="rect">
            <a:avLst/>
          </a:prstGeom>
        </p:spPr>
        <p:txBody>
          <a:bodyPr anchor="t" rtlCol="false" tIns="0" lIns="0" bIns="0" rIns="0">
            <a:spAutoFit/>
          </a:bodyPr>
          <a:lstStyle/>
          <a:p>
            <a:pPr algn="l" marL="0" indent="0" lvl="0">
              <a:lnSpc>
                <a:spcPts val="3425"/>
              </a:lnSpc>
            </a:pPr>
            <a:r>
              <a:rPr lang="en-US" b="true" sz="3293">
                <a:solidFill>
                  <a:srgbClr val="FDFDFD"/>
                </a:solidFill>
                <a:latin typeface="Poppins Medium"/>
                <a:ea typeface="Poppins Medium"/>
                <a:cs typeface="Poppins Medium"/>
                <a:sym typeface="Poppins Medium"/>
              </a:rPr>
              <a:t>4</a:t>
            </a:r>
          </a:p>
        </p:txBody>
      </p:sp>
      <p:sp>
        <p:nvSpPr>
          <p:cNvPr name="TextBox 35" id="35"/>
          <p:cNvSpPr txBox="true"/>
          <p:nvPr/>
        </p:nvSpPr>
        <p:spPr>
          <a:xfrm rot="0">
            <a:off x="7887615" y="5614929"/>
            <a:ext cx="4172275" cy="1015730"/>
          </a:xfrm>
          <a:prstGeom prst="rect">
            <a:avLst/>
          </a:prstGeom>
        </p:spPr>
        <p:txBody>
          <a:bodyPr anchor="t" rtlCol="false" tIns="0" lIns="0" bIns="0" rIns="0">
            <a:spAutoFit/>
          </a:bodyPr>
          <a:lstStyle/>
          <a:p>
            <a:pPr algn="l" marL="0" indent="0" lvl="0">
              <a:lnSpc>
                <a:spcPts val="1988"/>
              </a:lnSpc>
            </a:pPr>
            <a:r>
              <a:rPr lang="en-US" sz="1699">
                <a:solidFill>
                  <a:srgbClr val="FDFDFD"/>
                </a:solidFill>
                <a:latin typeface="Poppins"/>
                <a:ea typeface="Poppins"/>
                <a:cs typeface="Poppins"/>
                <a:sym typeface="Poppins"/>
              </a:rPr>
              <a:t>Start your own reading community. Choose books, set reading schedules, and lead engaging discussions with fellow readers.</a:t>
            </a:r>
          </a:p>
        </p:txBody>
      </p:sp>
      <p:sp>
        <p:nvSpPr>
          <p:cNvPr name="TextBox 36" id="36"/>
          <p:cNvSpPr txBox="true"/>
          <p:nvPr/>
        </p:nvSpPr>
        <p:spPr>
          <a:xfrm rot="0">
            <a:off x="13295164" y="5614929"/>
            <a:ext cx="4202261" cy="1015730"/>
          </a:xfrm>
          <a:prstGeom prst="rect">
            <a:avLst/>
          </a:prstGeom>
        </p:spPr>
        <p:txBody>
          <a:bodyPr anchor="t" rtlCol="false" tIns="0" lIns="0" bIns="0" rIns="0">
            <a:spAutoFit/>
          </a:bodyPr>
          <a:lstStyle/>
          <a:p>
            <a:pPr algn="l" marL="0" indent="0" lvl="0">
              <a:lnSpc>
                <a:spcPts val="1988"/>
              </a:lnSpc>
            </a:pPr>
            <a:r>
              <a:rPr lang="en-US" sz="1699">
                <a:solidFill>
                  <a:srgbClr val="FDFDFD"/>
                </a:solidFill>
                <a:latin typeface="Poppins"/>
                <a:ea typeface="Poppins"/>
                <a:cs typeface="Poppins"/>
                <a:sym typeface="Poppins"/>
              </a:rPr>
              <a:t>Participate in real-time book discussions. Share insights, debate interpretations, and discover new perspectives.</a:t>
            </a:r>
          </a:p>
        </p:txBody>
      </p:sp>
      <p:sp>
        <p:nvSpPr>
          <p:cNvPr name="TextBox 37" id="37"/>
          <p:cNvSpPr txBox="true"/>
          <p:nvPr/>
        </p:nvSpPr>
        <p:spPr>
          <a:xfrm rot="0">
            <a:off x="7887615" y="8344879"/>
            <a:ext cx="4172275" cy="768179"/>
          </a:xfrm>
          <a:prstGeom prst="rect">
            <a:avLst/>
          </a:prstGeom>
        </p:spPr>
        <p:txBody>
          <a:bodyPr anchor="t" rtlCol="false" tIns="0" lIns="0" bIns="0" rIns="0">
            <a:spAutoFit/>
          </a:bodyPr>
          <a:lstStyle/>
          <a:p>
            <a:pPr algn="l" marL="0" indent="0" lvl="0">
              <a:lnSpc>
                <a:spcPts val="1988"/>
              </a:lnSpc>
            </a:pPr>
            <a:r>
              <a:rPr lang="en-US" sz="1699">
                <a:solidFill>
                  <a:srgbClr val="FDFDFD"/>
                </a:solidFill>
                <a:latin typeface="Poppins"/>
                <a:ea typeface="Poppins"/>
                <a:cs typeface="Poppins"/>
                <a:sym typeface="Poppins"/>
              </a:rPr>
              <a:t>Track your reading journey, set goals, and celebrate milestones with your book club members.</a:t>
            </a:r>
          </a:p>
        </p:txBody>
      </p:sp>
      <p:sp>
        <p:nvSpPr>
          <p:cNvPr name="TextBox 38" id="38"/>
          <p:cNvSpPr txBox="true"/>
          <p:nvPr/>
        </p:nvSpPr>
        <p:spPr>
          <a:xfrm rot="0">
            <a:off x="13295164" y="8344879"/>
            <a:ext cx="4202261" cy="520629"/>
          </a:xfrm>
          <a:prstGeom prst="rect">
            <a:avLst/>
          </a:prstGeom>
        </p:spPr>
        <p:txBody>
          <a:bodyPr anchor="t" rtlCol="false" tIns="0" lIns="0" bIns="0" rIns="0">
            <a:spAutoFit/>
          </a:bodyPr>
          <a:lstStyle/>
          <a:p>
            <a:pPr algn="l" marL="0" indent="0" lvl="0">
              <a:lnSpc>
                <a:spcPts val="1988"/>
              </a:lnSpc>
            </a:pPr>
            <a:r>
              <a:rPr lang="en-US" sz="1699">
                <a:solidFill>
                  <a:srgbClr val="FDFDFD"/>
                </a:solidFill>
                <a:latin typeface="Poppins"/>
                <a:ea typeface="Poppins"/>
                <a:cs typeface="Poppins"/>
                <a:sym typeface="Poppins"/>
              </a:rPr>
              <a:t>Look for your desired books, get preview and add them to your shelf.</a:t>
            </a:r>
          </a:p>
        </p:txBody>
      </p:sp>
      <p:sp>
        <p:nvSpPr>
          <p:cNvPr name="TextBox 39" id="39"/>
          <p:cNvSpPr txBox="true"/>
          <p:nvPr/>
        </p:nvSpPr>
        <p:spPr>
          <a:xfrm rot="0">
            <a:off x="1353503" y="1831658"/>
            <a:ext cx="5549061" cy="1112877"/>
          </a:xfrm>
          <a:prstGeom prst="rect">
            <a:avLst/>
          </a:prstGeom>
        </p:spPr>
        <p:txBody>
          <a:bodyPr anchor="t" rtlCol="false" tIns="0" lIns="0" bIns="0" rIns="0">
            <a:spAutoFit/>
          </a:bodyPr>
          <a:lstStyle/>
          <a:p>
            <a:pPr algn="l" marL="0" indent="0" lvl="0">
              <a:lnSpc>
                <a:spcPts val="7924"/>
              </a:lnSpc>
              <a:spcBef>
                <a:spcPct val="0"/>
              </a:spcBef>
            </a:pPr>
            <a:r>
              <a:rPr lang="en-US" b="true" sz="7406">
                <a:solidFill>
                  <a:srgbClr val="FDFDFD"/>
                </a:solidFill>
                <a:latin typeface="Poppins Bold"/>
                <a:ea typeface="Poppins Bold"/>
                <a:cs typeface="Poppins Bold"/>
                <a:sym typeface="Poppins Bold"/>
              </a:rPr>
              <a:t>App’s Key</a:t>
            </a:r>
          </a:p>
        </p:txBody>
      </p:sp>
      <p:sp>
        <p:nvSpPr>
          <p:cNvPr name="TextBox 40" id="40"/>
          <p:cNvSpPr txBox="true"/>
          <p:nvPr/>
        </p:nvSpPr>
        <p:spPr>
          <a:xfrm rot="0">
            <a:off x="1353502" y="3016429"/>
            <a:ext cx="5813361" cy="1112877"/>
          </a:xfrm>
          <a:prstGeom prst="rect">
            <a:avLst/>
          </a:prstGeom>
        </p:spPr>
        <p:txBody>
          <a:bodyPr anchor="t" rtlCol="false" tIns="0" lIns="0" bIns="0" rIns="0">
            <a:spAutoFit/>
          </a:bodyPr>
          <a:lstStyle/>
          <a:p>
            <a:pPr algn="l" marL="0" indent="0" lvl="0">
              <a:lnSpc>
                <a:spcPts val="7924"/>
              </a:lnSpc>
              <a:spcBef>
                <a:spcPct val="0"/>
              </a:spcBef>
            </a:pPr>
            <a:r>
              <a:rPr lang="en-US" b="true" sz="7406" strike="noStrike" u="none">
                <a:solidFill>
                  <a:srgbClr val="FDFDFD"/>
                </a:solidFill>
                <a:latin typeface="Poppins Bold"/>
                <a:ea typeface="Poppins Bold"/>
                <a:cs typeface="Poppins Bold"/>
                <a:sym typeface="Poppins Bold"/>
              </a:rPr>
              <a:t>Features</a:t>
            </a:r>
          </a:p>
        </p:txBody>
      </p:sp>
      <p:grpSp>
        <p:nvGrpSpPr>
          <p:cNvPr name="Group 41" id="41"/>
          <p:cNvGrpSpPr>
            <a:grpSpLocks noChangeAspect="true"/>
          </p:cNvGrpSpPr>
          <p:nvPr/>
        </p:nvGrpSpPr>
        <p:grpSpPr>
          <a:xfrm rot="0">
            <a:off x="1882140" y="4799434"/>
            <a:ext cx="3806341" cy="7531500"/>
            <a:chOff x="0" y="0"/>
            <a:chExt cx="2620010" cy="5184140"/>
          </a:xfrm>
        </p:grpSpPr>
        <p:sp>
          <p:nvSpPr>
            <p:cNvPr name="Freeform 42" id="42"/>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FDFDFD"/>
            </a:solidFill>
          </p:spPr>
        </p:sp>
        <p:sp>
          <p:nvSpPr>
            <p:cNvPr name="Freeform 43" id="43"/>
            <p:cNvSpPr/>
            <p:nvPr/>
          </p:nvSpPr>
          <p:spPr>
            <a:xfrm flipH="false" flipV="false" rot="0">
              <a:off x="185420" y="156210"/>
              <a:ext cx="2251710" cy="4876800"/>
            </a:xfrm>
            <a:custGeom>
              <a:avLst/>
              <a:gdLst/>
              <a:ahLst/>
              <a:cxnLst/>
              <a:rect r="r" b="b" t="t" l="l"/>
              <a:pathLst>
                <a:path h="4876800" w="225171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solidFill>
              <a:srgbClr val="514C9D"/>
            </a:solidFill>
            <a:ln w="12700">
              <a:solidFill>
                <a:srgbClr val="000000"/>
              </a:solidFill>
            </a:ln>
          </p:spPr>
        </p:sp>
        <p:sp>
          <p:nvSpPr>
            <p:cNvPr name="Freeform 44" id="44"/>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B64B8"/>
            </a:solidFill>
          </p:spPr>
        </p:sp>
        <p:sp>
          <p:nvSpPr>
            <p:cNvPr name="Freeform 45" id="45"/>
            <p:cNvSpPr/>
            <p:nvPr/>
          </p:nvSpPr>
          <p:spPr>
            <a:xfrm flipH="false" flipV="false" rot="0">
              <a:off x="1578312" y="187909"/>
              <a:ext cx="66636" cy="63602"/>
            </a:xfrm>
            <a:custGeom>
              <a:avLst/>
              <a:gdLst/>
              <a:ahLst/>
              <a:cxnLst/>
              <a:rect r="r" b="b" t="t" l="l"/>
              <a:pathLst>
                <a:path h="63602" w="66636">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6B64B8"/>
            </a:solidFill>
          </p:spPr>
        </p:sp>
        <p:sp>
          <p:nvSpPr>
            <p:cNvPr name="Freeform 46" id="46"/>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D39CB4"/>
            </a:solidFill>
          </p:spPr>
        </p:sp>
        <p:sp>
          <p:nvSpPr>
            <p:cNvPr name="Freeform 47" id="47"/>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D39CB4"/>
            </a:solidFill>
          </p:spPr>
        </p:sp>
        <p:sp>
          <p:nvSpPr>
            <p:cNvPr name="Freeform 48" id="48"/>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D39CB4"/>
            </a:solidFill>
          </p:spPr>
        </p:sp>
        <p:sp>
          <p:nvSpPr>
            <p:cNvPr name="Freeform 49" id="49"/>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D39CB4"/>
            </a:solidFill>
          </p:spPr>
        </p:sp>
        <p:sp>
          <p:nvSpPr>
            <p:cNvPr name="Freeform 50" id="50"/>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968CE4"/>
            </a:solidFill>
          </p:spPr>
        </p:sp>
      </p:grpSp>
      <p:grpSp>
        <p:nvGrpSpPr>
          <p:cNvPr name="Group 51" id="51"/>
          <p:cNvGrpSpPr/>
          <p:nvPr/>
        </p:nvGrpSpPr>
        <p:grpSpPr>
          <a:xfrm rot="0">
            <a:off x="1353602" y="964094"/>
            <a:ext cx="1931304" cy="579623"/>
            <a:chOff x="0" y="0"/>
            <a:chExt cx="2575072" cy="772830"/>
          </a:xfrm>
        </p:grpSpPr>
        <p:sp>
          <p:nvSpPr>
            <p:cNvPr name="Freeform 52" id="52"/>
            <p:cNvSpPr/>
            <p:nvPr/>
          </p:nvSpPr>
          <p:spPr>
            <a:xfrm flipH="false" flipV="false" rot="0">
              <a:off x="0" y="0"/>
              <a:ext cx="772830" cy="772830"/>
            </a:xfrm>
            <a:custGeom>
              <a:avLst/>
              <a:gdLst/>
              <a:ahLst/>
              <a:cxnLst/>
              <a:rect r="r" b="b" t="t" l="l"/>
              <a:pathLst>
                <a:path h="772830" w="772830">
                  <a:moveTo>
                    <a:pt x="0" y="0"/>
                  </a:moveTo>
                  <a:lnTo>
                    <a:pt x="772830" y="0"/>
                  </a:lnTo>
                  <a:lnTo>
                    <a:pt x="772830" y="772830"/>
                  </a:lnTo>
                  <a:lnTo>
                    <a:pt x="0" y="772830"/>
                  </a:lnTo>
                  <a:lnTo>
                    <a:pt x="0" y="0"/>
                  </a:lnTo>
                  <a:close/>
                </a:path>
              </a:pathLst>
            </a:custGeom>
            <a:blipFill>
              <a:blip r:embed="rId2"/>
              <a:stretch>
                <a:fillRect l="0" t="0" r="0" b="0"/>
              </a:stretch>
            </a:blipFill>
          </p:spPr>
        </p:sp>
        <p:sp>
          <p:nvSpPr>
            <p:cNvPr name="TextBox 53" id="53"/>
            <p:cNvSpPr txBox="true"/>
            <p:nvPr/>
          </p:nvSpPr>
          <p:spPr>
            <a:xfrm rot="0">
              <a:off x="742420" y="214179"/>
              <a:ext cx="1832652" cy="428341"/>
            </a:xfrm>
            <a:prstGeom prst="rect">
              <a:avLst/>
            </a:prstGeom>
          </p:spPr>
          <p:txBody>
            <a:bodyPr anchor="t" rtlCol="false" tIns="0" lIns="0" bIns="0" rIns="0">
              <a:spAutoFit/>
            </a:bodyPr>
            <a:lstStyle/>
            <a:p>
              <a:pPr algn="l">
                <a:lnSpc>
                  <a:spcPts val="2301"/>
                </a:lnSpc>
              </a:pPr>
              <a:r>
                <a:rPr lang="en-US" sz="2150" b="true">
                  <a:solidFill>
                    <a:srgbClr val="FDFDFD"/>
                  </a:solidFill>
                  <a:latin typeface="Poppins Medium"/>
                  <a:ea typeface="Poppins Medium"/>
                  <a:cs typeface="Poppins Medium"/>
                  <a:sym typeface="Poppins Medium"/>
                </a:rPr>
                <a:t>LitScope</a:t>
              </a:r>
            </a:p>
          </p:txBody>
        </p:sp>
      </p:grpSp>
      <p:grpSp>
        <p:nvGrpSpPr>
          <p:cNvPr name="Group 54" id="54"/>
          <p:cNvGrpSpPr/>
          <p:nvPr/>
        </p:nvGrpSpPr>
        <p:grpSpPr>
          <a:xfrm rot="0">
            <a:off x="2870350" y="7158272"/>
            <a:ext cx="1829922" cy="1548508"/>
            <a:chOff x="0" y="0"/>
            <a:chExt cx="2439896" cy="2064678"/>
          </a:xfrm>
        </p:grpSpPr>
        <p:sp>
          <p:nvSpPr>
            <p:cNvPr name="TextBox 55" id="55"/>
            <p:cNvSpPr txBox="true"/>
            <p:nvPr/>
          </p:nvSpPr>
          <p:spPr>
            <a:xfrm rot="0">
              <a:off x="0" y="1668228"/>
              <a:ext cx="2439896" cy="396450"/>
            </a:xfrm>
            <a:prstGeom prst="rect">
              <a:avLst/>
            </a:prstGeom>
          </p:spPr>
          <p:txBody>
            <a:bodyPr anchor="t" rtlCol="false" tIns="0" lIns="0" bIns="0" rIns="0">
              <a:spAutoFit/>
            </a:bodyPr>
            <a:lstStyle/>
            <a:p>
              <a:pPr algn="ctr">
                <a:lnSpc>
                  <a:spcPts val="2181"/>
                </a:lnSpc>
              </a:pPr>
              <a:r>
                <a:rPr lang="en-US" sz="2038">
                  <a:solidFill>
                    <a:srgbClr val="FDFDFD"/>
                  </a:solidFill>
                  <a:latin typeface="Poppins"/>
                  <a:ea typeface="Poppins"/>
                  <a:cs typeface="Poppins"/>
                  <a:sym typeface="Poppins"/>
                </a:rPr>
                <a:t>LitScope</a:t>
              </a:r>
            </a:p>
          </p:txBody>
        </p:sp>
        <p:sp>
          <p:nvSpPr>
            <p:cNvPr name="Freeform 56" id="56"/>
            <p:cNvSpPr/>
            <p:nvPr/>
          </p:nvSpPr>
          <p:spPr>
            <a:xfrm flipH="false" flipV="false" rot="0">
              <a:off x="321592" y="0"/>
              <a:ext cx="1763874" cy="1763874"/>
            </a:xfrm>
            <a:custGeom>
              <a:avLst/>
              <a:gdLst/>
              <a:ahLst/>
              <a:cxnLst/>
              <a:rect r="r" b="b" t="t" l="l"/>
              <a:pathLst>
                <a:path h="1763874" w="1763874">
                  <a:moveTo>
                    <a:pt x="0" y="0"/>
                  </a:moveTo>
                  <a:lnTo>
                    <a:pt x="1763874" y="0"/>
                  </a:lnTo>
                  <a:lnTo>
                    <a:pt x="1763874" y="1763874"/>
                  </a:lnTo>
                  <a:lnTo>
                    <a:pt x="0" y="1763874"/>
                  </a:lnTo>
                  <a:lnTo>
                    <a:pt x="0" y="0"/>
                  </a:lnTo>
                  <a:close/>
                </a:path>
              </a:pathLst>
            </a:custGeom>
            <a:blipFill>
              <a:blip r:embed="rId2"/>
              <a:stretch>
                <a:fillRect l="0" t="0" r="0" b="0"/>
              </a:stretch>
            </a:blipFill>
          </p:spPr>
        </p:sp>
      </p:grpSp>
    </p:spTree>
  </p:cSld>
  <p:clrMapOvr>
    <a:masterClrMapping/>
  </p:clrMapOvr>
  <p:transition spd="slow">
    <p:push dir="l"/>
  </p:transition>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71616"/>
        </a:solidFill>
      </p:bgPr>
    </p:bg>
    <p:spTree>
      <p:nvGrpSpPr>
        <p:cNvPr id="1" name=""/>
        <p:cNvGrpSpPr/>
        <p:nvPr/>
      </p:nvGrpSpPr>
      <p:grpSpPr>
        <a:xfrm>
          <a:off x="0" y="0"/>
          <a:ext cx="0" cy="0"/>
          <a:chOff x="0" y="0"/>
          <a:chExt cx="0" cy="0"/>
        </a:xfrm>
      </p:grpSpPr>
      <p:grpSp>
        <p:nvGrpSpPr>
          <p:cNvPr name="Group 2" id="2"/>
          <p:cNvGrpSpPr/>
          <p:nvPr/>
        </p:nvGrpSpPr>
        <p:grpSpPr>
          <a:xfrm rot="524141">
            <a:off x="-720571" y="-1702946"/>
            <a:ext cx="4544240" cy="5877852"/>
            <a:chOff x="0" y="0"/>
            <a:chExt cx="665246" cy="860478"/>
          </a:xfrm>
        </p:grpSpPr>
        <p:sp>
          <p:nvSpPr>
            <p:cNvPr name="Freeform 3" id="3"/>
            <p:cNvSpPr/>
            <p:nvPr/>
          </p:nvSpPr>
          <p:spPr>
            <a:xfrm flipH="false" flipV="false" rot="0">
              <a:off x="0" y="0"/>
              <a:ext cx="665246" cy="860478"/>
            </a:xfrm>
            <a:custGeom>
              <a:avLst/>
              <a:gdLst/>
              <a:ahLst/>
              <a:cxnLst/>
              <a:rect r="r" b="b" t="t" l="l"/>
              <a:pathLst>
                <a:path h="860478" w="665246">
                  <a:moveTo>
                    <a:pt x="115850" y="0"/>
                  </a:moveTo>
                  <a:lnTo>
                    <a:pt x="549396" y="0"/>
                  </a:lnTo>
                  <a:cubicBezTo>
                    <a:pt x="580122" y="0"/>
                    <a:pt x="609588" y="12206"/>
                    <a:pt x="631315" y="33932"/>
                  </a:cubicBezTo>
                  <a:cubicBezTo>
                    <a:pt x="653041" y="55658"/>
                    <a:pt x="665246" y="85125"/>
                    <a:pt x="665246" y="115850"/>
                  </a:cubicBezTo>
                  <a:lnTo>
                    <a:pt x="665246" y="744628"/>
                  </a:lnTo>
                  <a:cubicBezTo>
                    <a:pt x="665246" y="808610"/>
                    <a:pt x="613378" y="860478"/>
                    <a:pt x="549396" y="860478"/>
                  </a:cubicBezTo>
                  <a:lnTo>
                    <a:pt x="115850" y="860478"/>
                  </a:lnTo>
                  <a:cubicBezTo>
                    <a:pt x="51868" y="860478"/>
                    <a:pt x="0" y="808610"/>
                    <a:pt x="0" y="744628"/>
                  </a:cubicBezTo>
                  <a:lnTo>
                    <a:pt x="0" y="115850"/>
                  </a:lnTo>
                  <a:cubicBezTo>
                    <a:pt x="0" y="51868"/>
                    <a:pt x="51868" y="0"/>
                    <a:pt x="115850" y="0"/>
                  </a:cubicBezTo>
                  <a:close/>
                </a:path>
              </a:pathLst>
            </a:custGeom>
            <a:solidFill>
              <a:srgbClr val="514C9D"/>
            </a:solidFill>
          </p:spPr>
        </p:sp>
        <p:sp>
          <p:nvSpPr>
            <p:cNvPr name="TextBox 4" id="4"/>
            <p:cNvSpPr txBox="true"/>
            <p:nvPr/>
          </p:nvSpPr>
          <p:spPr>
            <a:xfrm>
              <a:off x="0" y="-57150"/>
              <a:ext cx="665246" cy="91762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524141">
            <a:off x="11729743" y="4532546"/>
            <a:ext cx="7307079" cy="9451509"/>
            <a:chOff x="0" y="0"/>
            <a:chExt cx="665246" cy="860478"/>
          </a:xfrm>
        </p:grpSpPr>
        <p:sp>
          <p:nvSpPr>
            <p:cNvPr name="Freeform 6" id="6"/>
            <p:cNvSpPr/>
            <p:nvPr/>
          </p:nvSpPr>
          <p:spPr>
            <a:xfrm flipH="false" flipV="false" rot="0">
              <a:off x="0" y="0"/>
              <a:ext cx="665246" cy="860478"/>
            </a:xfrm>
            <a:custGeom>
              <a:avLst/>
              <a:gdLst/>
              <a:ahLst/>
              <a:cxnLst/>
              <a:rect r="r" b="b" t="t" l="l"/>
              <a:pathLst>
                <a:path h="860478" w="665246">
                  <a:moveTo>
                    <a:pt x="72047" y="0"/>
                  </a:moveTo>
                  <a:lnTo>
                    <a:pt x="593200" y="0"/>
                  </a:lnTo>
                  <a:cubicBezTo>
                    <a:pt x="612308" y="0"/>
                    <a:pt x="630633" y="7591"/>
                    <a:pt x="644144" y="21102"/>
                  </a:cubicBezTo>
                  <a:cubicBezTo>
                    <a:pt x="657656" y="34613"/>
                    <a:pt x="665246" y="52939"/>
                    <a:pt x="665246" y="72047"/>
                  </a:cubicBezTo>
                  <a:lnTo>
                    <a:pt x="665246" y="788431"/>
                  </a:lnTo>
                  <a:cubicBezTo>
                    <a:pt x="665246" y="807539"/>
                    <a:pt x="657656" y="825865"/>
                    <a:pt x="644144" y="839376"/>
                  </a:cubicBezTo>
                  <a:cubicBezTo>
                    <a:pt x="630633" y="852887"/>
                    <a:pt x="612308" y="860478"/>
                    <a:pt x="593200" y="860478"/>
                  </a:cubicBezTo>
                  <a:lnTo>
                    <a:pt x="72047" y="860478"/>
                  </a:lnTo>
                  <a:cubicBezTo>
                    <a:pt x="52939" y="860478"/>
                    <a:pt x="34613" y="852887"/>
                    <a:pt x="21102" y="839376"/>
                  </a:cubicBezTo>
                  <a:cubicBezTo>
                    <a:pt x="7591" y="825865"/>
                    <a:pt x="0" y="807539"/>
                    <a:pt x="0" y="788431"/>
                  </a:cubicBezTo>
                  <a:lnTo>
                    <a:pt x="0" y="72047"/>
                  </a:lnTo>
                  <a:cubicBezTo>
                    <a:pt x="0" y="52939"/>
                    <a:pt x="7591" y="34613"/>
                    <a:pt x="21102" y="21102"/>
                  </a:cubicBezTo>
                  <a:cubicBezTo>
                    <a:pt x="34613" y="7591"/>
                    <a:pt x="52939" y="0"/>
                    <a:pt x="72047" y="0"/>
                  </a:cubicBezTo>
                  <a:close/>
                </a:path>
              </a:pathLst>
            </a:custGeom>
            <a:solidFill>
              <a:srgbClr val="514C9D"/>
            </a:solidFill>
          </p:spPr>
        </p:sp>
        <p:sp>
          <p:nvSpPr>
            <p:cNvPr name="TextBox 7" id="7"/>
            <p:cNvSpPr txBox="true"/>
            <p:nvPr/>
          </p:nvSpPr>
          <p:spPr>
            <a:xfrm>
              <a:off x="0" y="-57150"/>
              <a:ext cx="665246" cy="917628"/>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9449703" y="1042777"/>
            <a:ext cx="1551389" cy="422257"/>
            <a:chOff x="0" y="0"/>
            <a:chExt cx="531257" cy="144598"/>
          </a:xfrm>
        </p:grpSpPr>
        <p:sp>
          <p:nvSpPr>
            <p:cNvPr name="Freeform 9" id="9"/>
            <p:cNvSpPr/>
            <p:nvPr/>
          </p:nvSpPr>
          <p:spPr>
            <a:xfrm flipH="false" flipV="false" rot="0">
              <a:off x="0" y="0"/>
              <a:ext cx="531257" cy="144598"/>
            </a:xfrm>
            <a:custGeom>
              <a:avLst/>
              <a:gdLst/>
              <a:ahLst/>
              <a:cxnLst/>
              <a:rect r="r" b="b" t="t" l="l"/>
              <a:pathLst>
                <a:path h="144598" w="531257">
                  <a:moveTo>
                    <a:pt x="49903" y="0"/>
                  </a:moveTo>
                  <a:lnTo>
                    <a:pt x="481354" y="0"/>
                  </a:lnTo>
                  <a:cubicBezTo>
                    <a:pt x="508915" y="0"/>
                    <a:pt x="531257" y="22342"/>
                    <a:pt x="531257" y="49903"/>
                  </a:cubicBezTo>
                  <a:lnTo>
                    <a:pt x="531257" y="94694"/>
                  </a:lnTo>
                  <a:cubicBezTo>
                    <a:pt x="531257" y="122255"/>
                    <a:pt x="508915" y="144598"/>
                    <a:pt x="481354" y="144598"/>
                  </a:cubicBezTo>
                  <a:lnTo>
                    <a:pt x="49903" y="144598"/>
                  </a:lnTo>
                  <a:cubicBezTo>
                    <a:pt x="36668" y="144598"/>
                    <a:pt x="23975" y="139340"/>
                    <a:pt x="14616" y="129981"/>
                  </a:cubicBezTo>
                  <a:cubicBezTo>
                    <a:pt x="5258" y="120623"/>
                    <a:pt x="0" y="107930"/>
                    <a:pt x="0" y="94694"/>
                  </a:cubicBezTo>
                  <a:lnTo>
                    <a:pt x="0" y="49903"/>
                  </a:lnTo>
                  <a:cubicBezTo>
                    <a:pt x="0" y="22342"/>
                    <a:pt x="22342" y="0"/>
                    <a:pt x="49903" y="0"/>
                  </a:cubicBezTo>
                  <a:close/>
                </a:path>
              </a:pathLst>
            </a:custGeom>
            <a:solidFill>
              <a:srgbClr val="7B72C8"/>
            </a:solidFill>
            <a:ln cap="sq">
              <a:noFill/>
              <a:prstDash val="solid"/>
              <a:miter/>
            </a:ln>
          </p:spPr>
        </p:sp>
        <p:sp>
          <p:nvSpPr>
            <p:cNvPr name="TextBox 10" id="10"/>
            <p:cNvSpPr txBox="true"/>
            <p:nvPr/>
          </p:nvSpPr>
          <p:spPr>
            <a:xfrm>
              <a:off x="0" y="-57150"/>
              <a:ext cx="531257" cy="201748"/>
            </a:xfrm>
            <a:prstGeom prst="rect">
              <a:avLst/>
            </a:prstGeom>
          </p:spPr>
          <p:txBody>
            <a:bodyPr anchor="ctr" rtlCol="false" tIns="50800" lIns="50800" bIns="50800" rIns="50800"/>
            <a:lstStyle/>
            <a:p>
              <a:pPr algn="ctr" marL="0" indent="0" lvl="0">
                <a:lnSpc>
                  <a:spcPts val="2520"/>
                </a:lnSpc>
                <a:spcBef>
                  <a:spcPct val="0"/>
                </a:spcBef>
              </a:pPr>
            </a:p>
          </p:txBody>
        </p:sp>
      </p:grpSp>
      <p:grpSp>
        <p:nvGrpSpPr>
          <p:cNvPr name="Group 11" id="11"/>
          <p:cNvGrpSpPr/>
          <p:nvPr/>
        </p:nvGrpSpPr>
        <p:grpSpPr>
          <a:xfrm rot="0">
            <a:off x="2258378" y="7982903"/>
            <a:ext cx="3970670" cy="551300"/>
            <a:chOff x="0" y="0"/>
            <a:chExt cx="1359715" cy="188787"/>
          </a:xfrm>
        </p:grpSpPr>
        <p:sp>
          <p:nvSpPr>
            <p:cNvPr name="Freeform 12" id="12"/>
            <p:cNvSpPr/>
            <p:nvPr/>
          </p:nvSpPr>
          <p:spPr>
            <a:xfrm flipH="false" flipV="false" rot="0">
              <a:off x="0" y="0"/>
              <a:ext cx="1359715" cy="188787"/>
            </a:xfrm>
            <a:custGeom>
              <a:avLst/>
              <a:gdLst/>
              <a:ahLst/>
              <a:cxnLst/>
              <a:rect r="r" b="b" t="t" l="l"/>
              <a:pathLst>
                <a:path h="188787" w="1359715">
                  <a:moveTo>
                    <a:pt x="19498" y="0"/>
                  </a:moveTo>
                  <a:lnTo>
                    <a:pt x="1340217" y="0"/>
                  </a:lnTo>
                  <a:cubicBezTo>
                    <a:pt x="1345388" y="0"/>
                    <a:pt x="1350348" y="2054"/>
                    <a:pt x="1354004" y="5711"/>
                  </a:cubicBezTo>
                  <a:cubicBezTo>
                    <a:pt x="1357661" y="9367"/>
                    <a:pt x="1359715" y="14327"/>
                    <a:pt x="1359715" y="19498"/>
                  </a:cubicBezTo>
                  <a:lnTo>
                    <a:pt x="1359715" y="169289"/>
                  </a:lnTo>
                  <a:cubicBezTo>
                    <a:pt x="1359715" y="180058"/>
                    <a:pt x="1350985" y="188787"/>
                    <a:pt x="1340217" y="188787"/>
                  </a:cubicBezTo>
                  <a:lnTo>
                    <a:pt x="19498" y="188787"/>
                  </a:lnTo>
                  <a:cubicBezTo>
                    <a:pt x="8729" y="188787"/>
                    <a:pt x="0" y="180058"/>
                    <a:pt x="0" y="169289"/>
                  </a:cubicBezTo>
                  <a:lnTo>
                    <a:pt x="0" y="19498"/>
                  </a:lnTo>
                  <a:cubicBezTo>
                    <a:pt x="0" y="8729"/>
                    <a:pt x="8729" y="0"/>
                    <a:pt x="19498" y="0"/>
                  </a:cubicBezTo>
                  <a:close/>
                </a:path>
              </a:pathLst>
            </a:custGeom>
            <a:solidFill>
              <a:srgbClr val="514C9D"/>
            </a:solidFill>
            <a:ln cap="sq">
              <a:noFill/>
              <a:prstDash val="solid"/>
              <a:miter/>
            </a:ln>
          </p:spPr>
        </p:sp>
        <p:sp>
          <p:nvSpPr>
            <p:cNvPr name="TextBox 13" id="13"/>
            <p:cNvSpPr txBox="true"/>
            <p:nvPr/>
          </p:nvSpPr>
          <p:spPr>
            <a:xfrm>
              <a:off x="0" y="-57150"/>
              <a:ext cx="1359715" cy="245937"/>
            </a:xfrm>
            <a:prstGeom prst="rect">
              <a:avLst/>
            </a:prstGeom>
          </p:spPr>
          <p:txBody>
            <a:bodyPr anchor="ctr" rtlCol="false" tIns="50800" lIns="50800" bIns="50800" rIns="50800"/>
            <a:lstStyle/>
            <a:p>
              <a:pPr algn="ctr" marL="0" indent="0" lvl="0">
                <a:lnSpc>
                  <a:spcPts val="2520"/>
                </a:lnSpc>
                <a:spcBef>
                  <a:spcPct val="0"/>
                </a:spcBef>
              </a:pPr>
            </a:p>
          </p:txBody>
        </p:sp>
      </p:grpSp>
      <p:grpSp>
        <p:nvGrpSpPr>
          <p:cNvPr name="Group 14" id="14"/>
          <p:cNvGrpSpPr/>
          <p:nvPr/>
        </p:nvGrpSpPr>
        <p:grpSpPr>
          <a:xfrm rot="0">
            <a:off x="1353602" y="964094"/>
            <a:ext cx="1931304" cy="579623"/>
            <a:chOff x="0" y="0"/>
            <a:chExt cx="2575072" cy="772830"/>
          </a:xfrm>
        </p:grpSpPr>
        <p:sp>
          <p:nvSpPr>
            <p:cNvPr name="Freeform 15" id="15"/>
            <p:cNvSpPr/>
            <p:nvPr/>
          </p:nvSpPr>
          <p:spPr>
            <a:xfrm flipH="false" flipV="false" rot="0">
              <a:off x="0" y="0"/>
              <a:ext cx="772830" cy="772830"/>
            </a:xfrm>
            <a:custGeom>
              <a:avLst/>
              <a:gdLst/>
              <a:ahLst/>
              <a:cxnLst/>
              <a:rect r="r" b="b" t="t" l="l"/>
              <a:pathLst>
                <a:path h="772830" w="772830">
                  <a:moveTo>
                    <a:pt x="0" y="0"/>
                  </a:moveTo>
                  <a:lnTo>
                    <a:pt x="772830" y="0"/>
                  </a:lnTo>
                  <a:lnTo>
                    <a:pt x="772830" y="772830"/>
                  </a:lnTo>
                  <a:lnTo>
                    <a:pt x="0" y="772830"/>
                  </a:lnTo>
                  <a:lnTo>
                    <a:pt x="0" y="0"/>
                  </a:lnTo>
                  <a:close/>
                </a:path>
              </a:pathLst>
            </a:custGeom>
            <a:blipFill>
              <a:blip r:embed="rId2"/>
              <a:stretch>
                <a:fillRect l="0" t="0" r="0" b="0"/>
              </a:stretch>
            </a:blipFill>
          </p:spPr>
        </p:sp>
        <p:sp>
          <p:nvSpPr>
            <p:cNvPr name="TextBox 16" id="16"/>
            <p:cNvSpPr txBox="true"/>
            <p:nvPr/>
          </p:nvSpPr>
          <p:spPr>
            <a:xfrm rot="0">
              <a:off x="742420" y="214179"/>
              <a:ext cx="1832652" cy="428341"/>
            </a:xfrm>
            <a:prstGeom prst="rect">
              <a:avLst/>
            </a:prstGeom>
          </p:spPr>
          <p:txBody>
            <a:bodyPr anchor="t" rtlCol="false" tIns="0" lIns="0" bIns="0" rIns="0">
              <a:spAutoFit/>
            </a:bodyPr>
            <a:lstStyle/>
            <a:p>
              <a:pPr algn="l">
                <a:lnSpc>
                  <a:spcPts val="2301"/>
                </a:lnSpc>
              </a:pPr>
              <a:r>
                <a:rPr lang="en-US" sz="2150" b="true">
                  <a:solidFill>
                    <a:srgbClr val="FDFDFD"/>
                  </a:solidFill>
                  <a:latin typeface="Poppins Medium"/>
                  <a:ea typeface="Poppins Medium"/>
                  <a:cs typeface="Poppins Medium"/>
                  <a:sym typeface="Poppins Medium"/>
                </a:rPr>
                <a:t>LitScope</a:t>
              </a:r>
            </a:p>
          </p:txBody>
        </p:sp>
      </p:grpSp>
      <p:grpSp>
        <p:nvGrpSpPr>
          <p:cNvPr name="Group 17" id="17"/>
          <p:cNvGrpSpPr>
            <a:grpSpLocks noChangeAspect="true"/>
          </p:cNvGrpSpPr>
          <p:nvPr/>
        </p:nvGrpSpPr>
        <p:grpSpPr>
          <a:xfrm rot="0">
            <a:off x="8624820" y="3386856"/>
            <a:ext cx="9520748" cy="5460986"/>
            <a:chOff x="0" y="0"/>
            <a:chExt cx="7981950" cy="4578350"/>
          </a:xfrm>
        </p:grpSpPr>
        <p:sp>
          <p:nvSpPr>
            <p:cNvPr name="Freeform 18" id="18"/>
            <p:cNvSpPr/>
            <p:nvPr/>
          </p:nvSpPr>
          <p:spPr>
            <a:xfrm flipH="false" flipV="false" rot="0">
              <a:off x="765810" y="21590"/>
              <a:ext cx="6451600" cy="4326890"/>
            </a:xfrm>
            <a:custGeom>
              <a:avLst/>
              <a:gdLst/>
              <a:ahLst/>
              <a:cxnLst/>
              <a:rect r="r" b="b" t="t" l="l"/>
              <a:pathLst>
                <a:path h="4326890" w="6451600">
                  <a:moveTo>
                    <a:pt x="6224270" y="0"/>
                  </a:moveTo>
                  <a:lnTo>
                    <a:pt x="226060" y="0"/>
                  </a:lnTo>
                  <a:cubicBezTo>
                    <a:pt x="101600" y="0"/>
                    <a:pt x="0" y="101600"/>
                    <a:pt x="0" y="226060"/>
                  </a:cubicBezTo>
                  <a:lnTo>
                    <a:pt x="0" y="4326890"/>
                  </a:lnTo>
                  <a:lnTo>
                    <a:pt x="6451601" y="4326890"/>
                  </a:lnTo>
                  <a:lnTo>
                    <a:pt x="6451601" y="226060"/>
                  </a:lnTo>
                  <a:cubicBezTo>
                    <a:pt x="6450331" y="101600"/>
                    <a:pt x="6348731" y="0"/>
                    <a:pt x="6224270" y="0"/>
                  </a:cubicBezTo>
                  <a:close/>
                  <a:moveTo>
                    <a:pt x="6252210" y="4043680"/>
                  </a:moveTo>
                  <a:lnTo>
                    <a:pt x="196851" y="4043680"/>
                  </a:lnTo>
                  <a:lnTo>
                    <a:pt x="196851" y="255270"/>
                  </a:lnTo>
                  <a:lnTo>
                    <a:pt x="6252210" y="255270"/>
                  </a:lnTo>
                  <a:lnTo>
                    <a:pt x="6252210" y="4043680"/>
                  </a:lnTo>
                  <a:close/>
                </a:path>
              </a:pathLst>
            </a:custGeom>
            <a:solidFill>
              <a:srgbClr val="171616"/>
            </a:solidFill>
          </p:spPr>
        </p:sp>
        <p:sp>
          <p:nvSpPr>
            <p:cNvPr name="Freeform 19" id="19"/>
            <p:cNvSpPr/>
            <p:nvPr/>
          </p:nvSpPr>
          <p:spPr>
            <a:xfrm flipH="false" flipV="false" rot="0">
              <a:off x="0" y="0"/>
              <a:ext cx="7981950" cy="4542790"/>
            </a:xfrm>
            <a:custGeom>
              <a:avLst/>
              <a:gdLst/>
              <a:ahLst/>
              <a:cxnLst/>
              <a:rect r="r" b="b" t="t" l="l"/>
              <a:pathLst>
                <a:path h="4542790" w="7981950">
                  <a:moveTo>
                    <a:pt x="7239000" y="4348480"/>
                  </a:moveTo>
                  <a:lnTo>
                    <a:pt x="7239000" y="243840"/>
                  </a:lnTo>
                  <a:cubicBezTo>
                    <a:pt x="7239000" y="109220"/>
                    <a:pt x="7129780" y="0"/>
                    <a:pt x="6995160" y="0"/>
                  </a:cubicBezTo>
                  <a:lnTo>
                    <a:pt x="985520" y="0"/>
                  </a:lnTo>
                  <a:cubicBezTo>
                    <a:pt x="852170" y="0"/>
                    <a:pt x="742950" y="109220"/>
                    <a:pt x="742950" y="243840"/>
                  </a:cubicBezTo>
                  <a:lnTo>
                    <a:pt x="742950" y="4349750"/>
                  </a:lnTo>
                  <a:lnTo>
                    <a:pt x="0" y="4349750"/>
                  </a:lnTo>
                  <a:lnTo>
                    <a:pt x="0" y="4447540"/>
                  </a:lnTo>
                  <a:cubicBezTo>
                    <a:pt x="0" y="4500880"/>
                    <a:pt x="43180" y="4542790"/>
                    <a:pt x="95250" y="4542790"/>
                  </a:cubicBezTo>
                  <a:lnTo>
                    <a:pt x="7886700" y="4542790"/>
                  </a:lnTo>
                  <a:cubicBezTo>
                    <a:pt x="7940040" y="4542790"/>
                    <a:pt x="7981950" y="4499610"/>
                    <a:pt x="7981950" y="4447540"/>
                  </a:cubicBezTo>
                  <a:lnTo>
                    <a:pt x="7981950" y="4349750"/>
                  </a:lnTo>
                  <a:lnTo>
                    <a:pt x="7239000" y="4349750"/>
                  </a:lnTo>
                  <a:close/>
                  <a:moveTo>
                    <a:pt x="4519930" y="4348480"/>
                  </a:moveTo>
                  <a:lnTo>
                    <a:pt x="4519930" y="4349750"/>
                  </a:lnTo>
                  <a:cubicBezTo>
                    <a:pt x="4519930" y="4403090"/>
                    <a:pt x="4476750" y="4445000"/>
                    <a:pt x="4424680" y="4445000"/>
                  </a:cubicBezTo>
                  <a:lnTo>
                    <a:pt x="3557270" y="4445000"/>
                  </a:lnTo>
                  <a:cubicBezTo>
                    <a:pt x="3503930" y="4445000"/>
                    <a:pt x="3462020" y="4401820"/>
                    <a:pt x="3462020" y="4349750"/>
                  </a:cubicBezTo>
                  <a:lnTo>
                    <a:pt x="3462020" y="4348480"/>
                  </a:lnTo>
                  <a:lnTo>
                    <a:pt x="765810" y="4348480"/>
                  </a:lnTo>
                  <a:lnTo>
                    <a:pt x="765810" y="247650"/>
                  </a:lnTo>
                  <a:cubicBezTo>
                    <a:pt x="765810" y="123190"/>
                    <a:pt x="867410" y="21590"/>
                    <a:pt x="991870" y="21590"/>
                  </a:cubicBezTo>
                  <a:lnTo>
                    <a:pt x="6990080" y="21590"/>
                  </a:lnTo>
                  <a:cubicBezTo>
                    <a:pt x="7114539" y="21590"/>
                    <a:pt x="7216139" y="123190"/>
                    <a:pt x="7216139" y="247650"/>
                  </a:cubicBezTo>
                  <a:lnTo>
                    <a:pt x="7216139" y="4348480"/>
                  </a:lnTo>
                  <a:lnTo>
                    <a:pt x="4519930" y="4348480"/>
                  </a:lnTo>
                  <a:close/>
                </a:path>
              </a:pathLst>
            </a:custGeom>
            <a:solidFill>
              <a:srgbClr val="968CE4"/>
            </a:solidFill>
          </p:spPr>
        </p:sp>
        <p:sp>
          <p:nvSpPr>
            <p:cNvPr name="Freeform 20" id="20"/>
            <p:cNvSpPr/>
            <p:nvPr/>
          </p:nvSpPr>
          <p:spPr>
            <a:xfrm flipH="false" flipV="false" rot="0">
              <a:off x="3460750" y="4349750"/>
              <a:ext cx="1059180" cy="96520"/>
            </a:xfrm>
            <a:custGeom>
              <a:avLst/>
              <a:gdLst/>
              <a:ahLst/>
              <a:cxnLst/>
              <a:rect r="r" b="b" t="t" l="l"/>
              <a:pathLst>
                <a:path h="96520" w="1059180">
                  <a:moveTo>
                    <a:pt x="96520" y="96520"/>
                  </a:moveTo>
                  <a:lnTo>
                    <a:pt x="963930" y="96520"/>
                  </a:lnTo>
                  <a:cubicBezTo>
                    <a:pt x="1017270" y="96520"/>
                    <a:pt x="1059180" y="53340"/>
                    <a:pt x="1059180" y="1270"/>
                  </a:cubicBezTo>
                  <a:lnTo>
                    <a:pt x="1059180" y="0"/>
                  </a:lnTo>
                  <a:lnTo>
                    <a:pt x="0" y="0"/>
                  </a:lnTo>
                  <a:lnTo>
                    <a:pt x="0" y="1270"/>
                  </a:lnTo>
                  <a:cubicBezTo>
                    <a:pt x="0" y="53340"/>
                    <a:pt x="43180" y="96520"/>
                    <a:pt x="96520" y="96520"/>
                  </a:cubicBezTo>
                  <a:close/>
                </a:path>
              </a:pathLst>
            </a:custGeom>
            <a:solidFill>
              <a:srgbClr val="6B64B8"/>
            </a:solidFill>
          </p:spPr>
        </p:sp>
        <p:sp>
          <p:nvSpPr>
            <p:cNvPr name="Freeform 21" id="21"/>
            <p:cNvSpPr/>
            <p:nvPr/>
          </p:nvSpPr>
          <p:spPr>
            <a:xfrm flipH="false" flipV="false" rot="0">
              <a:off x="163830" y="4542790"/>
              <a:ext cx="7654290" cy="35560"/>
            </a:xfrm>
            <a:custGeom>
              <a:avLst/>
              <a:gdLst/>
              <a:ahLst/>
              <a:cxnLst/>
              <a:rect r="r" b="b" t="t" l="l"/>
              <a:pathLst>
                <a:path h="35560" w="7654290">
                  <a:moveTo>
                    <a:pt x="0" y="0"/>
                  </a:moveTo>
                  <a:cubicBezTo>
                    <a:pt x="0" y="20320"/>
                    <a:pt x="16510" y="35560"/>
                    <a:pt x="35560" y="35560"/>
                  </a:cubicBezTo>
                  <a:lnTo>
                    <a:pt x="7618730" y="35560"/>
                  </a:lnTo>
                  <a:cubicBezTo>
                    <a:pt x="7639050" y="35560"/>
                    <a:pt x="7654290" y="19050"/>
                    <a:pt x="7654290" y="0"/>
                  </a:cubicBezTo>
                  <a:lnTo>
                    <a:pt x="0" y="0"/>
                  </a:lnTo>
                  <a:close/>
                </a:path>
              </a:pathLst>
            </a:custGeom>
            <a:solidFill>
              <a:srgbClr val="6B64B8"/>
            </a:solidFill>
          </p:spPr>
        </p:sp>
        <p:sp>
          <p:nvSpPr>
            <p:cNvPr name="Freeform 22" id="22"/>
            <p:cNvSpPr/>
            <p:nvPr/>
          </p:nvSpPr>
          <p:spPr>
            <a:xfrm flipH="false" flipV="false" rot="0">
              <a:off x="962660" y="276860"/>
              <a:ext cx="6055360" cy="3789680"/>
            </a:xfrm>
            <a:custGeom>
              <a:avLst/>
              <a:gdLst/>
              <a:ahLst/>
              <a:cxnLst/>
              <a:rect r="r" b="b" t="t" l="l"/>
              <a:pathLst>
                <a:path h="3789680" w="6055360">
                  <a:moveTo>
                    <a:pt x="0" y="0"/>
                  </a:moveTo>
                  <a:lnTo>
                    <a:pt x="6055360" y="0"/>
                  </a:lnTo>
                  <a:lnTo>
                    <a:pt x="6055360" y="3789680"/>
                  </a:lnTo>
                  <a:lnTo>
                    <a:pt x="0" y="3789680"/>
                  </a:lnTo>
                  <a:close/>
                </a:path>
              </a:pathLst>
            </a:custGeom>
            <a:blipFill>
              <a:blip r:embed="rId3"/>
              <a:stretch>
                <a:fillRect l="-36405" t="0" r="-34869" b="-35877"/>
              </a:stretch>
            </a:blipFill>
          </p:spPr>
        </p:sp>
      </p:grpSp>
      <p:sp>
        <p:nvSpPr>
          <p:cNvPr name="TextBox 23" id="23"/>
          <p:cNvSpPr txBox="true"/>
          <p:nvPr/>
        </p:nvSpPr>
        <p:spPr>
          <a:xfrm rot="0">
            <a:off x="1353602" y="1841196"/>
            <a:ext cx="6580386" cy="3133427"/>
          </a:xfrm>
          <a:prstGeom prst="rect">
            <a:avLst/>
          </a:prstGeom>
        </p:spPr>
        <p:txBody>
          <a:bodyPr anchor="t" rtlCol="false" tIns="0" lIns="0" bIns="0" rIns="0">
            <a:spAutoFit/>
          </a:bodyPr>
          <a:lstStyle/>
          <a:p>
            <a:pPr algn="l">
              <a:lnSpc>
                <a:spcPts val="8024"/>
              </a:lnSpc>
            </a:pPr>
            <a:r>
              <a:rPr lang="en-US" sz="7499" b="true">
                <a:solidFill>
                  <a:srgbClr val="FDFDFD"/>
                </a:solidFill>
                <a:latin typeface="Poppins Bold"/>
                <a:ea typeface="Poppins Bold"/>
                <a:cs typeface="Poppins Bold"/>
                <a:sym typeface="Poppins Bold"/>
              </a:rPr>
              <a:t>Join or Create Your Own</a:t>
            </a:r>
          </a:p>
        </p:txBody>
      </p:sp>
      <p:sp>
        <p:nvSpPr>
          <p:cNvPr name="TextBox 24" id="24"/>
          <p:cNvSpPr txBox="true"/>
          <p:nvPr/>
        </p:nvSpPr>
        <p:spPr>
          <a:xfrm rot="0">
            <a:off x="9688080" y="1049992"/>
            <a:ext cx="1074634" cy="349989"/>
          </a:xfrm>
          <a:prstGeom prst="rect">
            <a:avLst/>
          </a:prstGeom>
        </p:spPr>
        <p:txBody>
          <a:bodyPr anchor="t" rtlCol="false" tIns="0" lIns="0" bIns="0" rIns="0">
            <a:spAutoFit/>
          </a:bodyPr>
          <a:lstStyle/>
          <a:p>
            <a:pPr algn="ctr">
              <a:lnSpc>
                <a:spcPts val="2753"/>
              </a:lnSpc>
            </a:pPr>
            <a:r>
              <a:rPr lang="en-US" sz="1967">
                <a:solidFill>
                  <a:srgbClr val="FDFDFD"/>
                </a:solidFill>
                <a:latin typeface="Poppins"/>
                <a:ea typeface="Poppins"/>
                <a:cs typeface="Poppins"/>
                <a:sym typeface="Poppins"/>
              </a:rPr>
              <a:t>Home</a:t>
            </a:r>
          </a:p>
        </p:txBody>
      </p:sp>
      <p:sp>
        <p:nvSpPr>
          <p:cNvPr name="TextBox 25" id="25"/>
          <p:cNvSpPr txBox="true"/>
          <p:nvPr/>
        </p:nvSpPr>
        <p:spPr>
          <a:xfrm rot="0">
            <a:off x="11491323" y="1049992"/>
            <a:ext cx="1446373" cy="349989"/>
          </a:xfrm>
          <a:prstGeom prst="rect">
            <a:avLst/>
          </a:prstGeom>
        </p:spPr>
        <p:txBody>
          <a:bodyPr anchor="t" rtlCol="false" tIns="0" lIns="0" bIns="0" rIns="0">
            <a:spAutoFit/>
          </a:bodyPr>
          <a:lstStyle/>
          <a:p>
            <a:pPr algn="ctr">
              <a:lnSpc>
                <a:spcPts val="2753"/>
              </a:lnSpc>
            </a:pPr>
            <a:r>
              <a:rPr lang="en-US" sz="1967">
                <a:solidFill>
                  <a:srgbClr val="FDFDFD"/>
                </a:solidFill>
                <a:latin typeface="Poppins"/>
                <a:ea typeface="Poppins"/>
                <a:cs typeface="Poppins"/>
                <a:sym typeface="Poppins"/>
              </a:rPr>
              <a:t>Profile</a:t>
            </a:r>
          </a:p>
        </p:txBody>
      </p:sp>
      <p:sp>
        <p:nvSpPr>
          <p:cNvPr name="TextBox 26" id="26"/>
          <p:cNvSpPr txBox="true"/>
          <p:nvPr/>
        </p:nvSpPr>
        <p:spPr>
          <a:xfrm rot="0">
            <a:off x="13666306" y="1049992"/>
            <a:ext cx="1218869" cy="349989"/>
          </a:xfrm>
          <a:prstGeom prst="rect">
            <a:avLst/>
          </a:prstGeom>
        </p:spPr>
        <p:txBody>
          <a:bodyPr anchor="t" rtlCol="false" tIns="0" lIns="0" bIns="0" rIns="0">
            <a:spAutoFit/>
          </a:bodyPr>
          <a:lstStyle/>
          <a:p>
            <a:pPr algn="ctr">
              <a:lnSpc>
                <a:spcPts val="2753"/>
              </a:lnSpc>
            </a:pPr>
            <a:r>
              <a:rPr lang="en-US" sz="1967">
                <a:solidFill>
                  <a:srgbClr val="FDFDFD"/>
                </a:solidFill>
                <a:latin typeface="Poppins"/>
                <a:ea typeface="Poppins"/>
                <a:cs typeface="Poppins"/>
                <a:sym typeface="Poppins"/>
              </a:rPr>
              <a:t>My Clubs</a:t>
            </a:r>
          </a:p>
        </p:txBody>
      </p:sp>
      <p:sp>
        <p:nvSpPr>
          <p:cNvPr name="TextBox 27" id="27"/>
          <p:cNvSpPr txBox="true"/>
          <p:nvPr/>
        </p:nvSpPr>
        <p:spPr>
          <a:xfrm rot="0">
            <a:off x="15613784" y="1049992"/>
            <a:ext cx="1281321" cy="349989"/>
          </a:xfrm>
          <a:prstGeom prst="rect">
            <a:avLst/>
          </a:prstGeom>
        </p:spPr>
        <p:txBody>
          <a:bodyPr anchor="t" rtlCol="false" tIns="0" lIns="0" bIns="0" rIns="0">
            <a:spAutoFit/>
          </a:bodyPr>
          <a:lstStyle/>
          <a:p>
            <a:pPr algn="ctr">
              <a:lnSpc>
                <a:spcPts val="2753"/>
              </a:lnSpc>
            </a:pPr>
            <a:r>
              <a:rPr lang="en-US" sz="1967">
                <a:solidFill>
                  <a:srgbClr val="DC6C6C"/>
                </a:solidFill>
                <a:latin typeface="Poppins"/>
                <a:ea typeface="Poppins"/>
                <a:cs typeface="Poppins"/>
                <a:sym typeface="Poppins"/>
              </a:rPr>
              <a:t>Log Out</a:t>
            </a:r>
          </a:p>
        </p:txBody>
      </p:sp>
      <p:sp>
        <p:nvSpPr>
          <p:cNvPr name="TextBox 28" id="28"/>
          <p:cNvSpPr txBox="true"/>
          <p:nvPr/>
        </p:nvSpPr>
        <p:spPr>
          <a:xfrm rot="0">
            <a:off x="1353602" y="4983327"/>
            <a:ext cx="3567986" cy="1149985"/>
          </a:xfrm>
          <a:prstGeom prst="rect">
            <a:avLst/>
          </a:prstGeom>
        </p:spPr>
        <p:txBody>
          <a:bodyPr anchor="t" rtlCol="false" tIns="0" lIns="0" bIns="0" rIns="0">
            <a:spAutoFit/>
          </a:bodyPr>
          <a:lstStyle/>
          <a:p>
            <a:pPr algn="l" marL="0" indent="0" lvl="0">
              <a:lnSpc>
                <a:spcPts val="3020"/>
              </a:lnSpc>
            </a:pPr>
            <a:r>
              <a:rPr lang="en-US" sz="2000">
                <a:solidFill>
                  <a:srgbClr val="FDFDFD"/>
                </a:solidFill>
                <a:latin typeface="Poppins"/>
                <a:ea typeface="Poppins"/>
                <a:cs typeface="Poppins"/>
                <a:sym typeface="Poppins"/>
              </a:rPr>
              <a:t>Start your own reading community or join existing circles and start engaging</a:t>
            </a:r>
          </a:p>
        </p:txBody>
      </p:sp>
      <p:sp>
        <p:nvSpPr>
          <p:cNvPr name="TextBox 29" id="29"/>
          <p:cNvSpPr txBox="true"/>
          <p:nvPr/>
        </p:nvSpPr>
        <p:spPr>
          <a:xfrm rot="0">
            <a:off x="2648902" y="8021955"/>
            <a:ext cx="3457014" cy="387985"/>
          </a:xfrm>
          <a:prstGeom prst="rect">
            <a:avLst/>
          </a:prstGeom>
        </p:spPr>
        <p:txBody>
          <a:bodyPr anchor="t" rtlCol="false" tIns="0" lIns="0" bIns="0" rIns="0">
            <a:spAutoFit/>
          </a:bodyPr>
          <a:lstStyle/>
          <a:p>
            <a:pPr algn="l" marL="0" indent="0" lvl="0">
              <a:lnSpc>
                <a:spcPts val="3020"/>
              </a:lnSpc>
            </a:pPr>
            <a:r>
              <a:rPr lang="en-US" sz="2000" u="sng">
                <a:solidFill>
                  <a:srgbClr val="FDFDFD"/>
                </a:solidFill>
                <a:latin typeface="Poppins"/>
                <a:ea typeface="Poppins"/>
                <a:cs typeface="Poppins"/>
                <a:sym typeface="Poppins"/>
                <a:hlinkClick r:id="rId4" tooltip="http://litscope.vercel.app"/>
              </a:rPr>
              <a:t>www.litscope.vercel.app</a:t>
            </a:r>
          </a:p>
        </p:txBody>
      </p:sp>
      <p:grpSp>
        <p:nvGrpSpPr>
          <p:cNvPr name="Group 30" id="30"/>
          <p:cNvGrpSpPr>
            <a:grpSpLocks noChangeAspect="true"/>
          </p:cNvGrpSpPr>
          <p:nvPr/>
        </p:nvGrpSpPr>
        <p:grpSpPr>
          <a:xfrm rot="0">
            <a:off x="8057517" y="5143500"/>
            <a:ext cx="2172965" cy="4299585"/>
            <a:chOff x="0" y="0"/>
            <a:chExt cx="2620010" cy="5184140"/>
          </a:xfrm>
        </p:grpSpPr>
        <p:sp>
          <p:nvSpPr>
            <p:cNvPr name="Freeform 31" id="31"/>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171616"/>
            </a:solidFill>
          </p:spPr>
        </p:sp>
        <p:sp>
          <p:nvSpPr>
            <p:cNvPr name="Freeform 32" id="32"/>
            <p:cNvSpPr/>
            <p:nvPr/>
          </p:nvSpPr>
          <p:spPr>
            <a:xfrm flipH="false" flipV="false" rot="0">
              <a:off x="185420" y="156210"/>
              <a:ext cx="2251710" cy="4876800"/>
            </a:xfrm>
            <a:custGeom>
              <a:avLst/>
              <a:gdLst/>
              <a:ahLst/>
              <a:cxnLst/>
              <a:rect r="r" b="b" t="t" l="l"/>
              <a:pathLst>
                <a:path h="4876800" w="225171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5"/>
              <a:stretch>
                <a:fillRect l="-9999" t="0" r="-9999" b="0"/>
              </a:stretch>
            </a:blipFill>
          </p:spPr>
        </p:sp>
        <p:sp>
          <p:nvSpPr>
            <p:cNvPr name="Freeform 33" id="33"/>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14C9D"/>
            </a:solidFill>
          </p:spPr>
        </p:sp>
        <p:sp>
          <p:nvSpPr>
            <p:cNvPr name="Freeform 34" id="34"/>
            <p:cNvSpPr/>
            <p:nvPr/>
          </p:nvSpPr>
          <p:spPr>
            <a:xfrm flipH="false" flipV="false" rot="0">
              <a:off x="1578312" y="187909"/>
              <a:ext cx="66636" cy="63602"/>
            </a:xfrm>
            <a:custGeom>
              <a:avLst/>
              <a:gdLst/>
              <a:ahLst/>
              <a:cxnLst/>
              <a:rect r="r" b="b" t="t" l="l"/>
              <a:pathLst>
                <a:path h="63602" w="66636">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514C9D"/>
            </a:solidFill>
          </p:spPr>
        </p:sp>
        <p:sp>
          <p:nvSpPr>
            <p:cNvPr name="Freeform 35" id="35"/>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968CE4"/>
            </a:solidFill>
          </p:spPr>
        </p:sp>
        <p:sp>
          <p:nvSpPr>
            <p:cNvPr name="Freeform 36" id="36"/>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968CE4"/>
            </a:solidFill>
          </p:spPr>
        </p:sp>
        <p:sp>
          <p:nvSpPr>
            <p:cNvPr name="Freeform 37" id="37"/>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968CE4"/>
            </a:solidFill>
          </p:spPr>
        </p:sp>
        <p:sp>
          <p:nvSpPr>
            <p:cNvPr name="Freeform 38" id="38"/>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968CE4"/>
            </a:solidFill>
          </p:spPr>
        </p:sp>
        <p:sp>
          <p:nvSpPr>
            <p:cNvPr name="Freeform 39" id="39"/>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F0B7D0"/>
            </a:solidFill>
          </p:spPr>
        </p:sp>
      </p:grpSp>
    </p:spTree>
  </p:cSld>
  <p:clrMapOvr>
    <a:masterClrMapping/>
  </p:clrMapOvr>
  <p:transition spd="slow">
    <p:push dir="l"/>
  </p:transition>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71616"/>
        </a:solidFill>
      </p:bgPr>
    </p:bg>
    <p:spTree>
      <p:nvGrpSpPr>
        <p:cNvPr id="1" name=""/>
        <p:cNvGrpSpPr/>
        <p:nvPr/>
      </p:nvGrpSpPr>
      <p:grpSpPr>
        <a:xfrm>
          <a:off x="0" y="0"/>
          <a:ext cx="0" cy="0"/>
          <a:chOff x="0" y="0"/>
          <a:chExt cx="0" cy="0"/>
        </a:xfrm>
      </p:grpSpPr>
      <p:grpSp>
        <p:nvGrpSpPr>
          <p:cNvPr name="Group 2" id="2"/>
          <p:cNvGrpSpPr/>
          <p:nvPr/>
        </p:nvGrpSpPr>
        <p:grpSpPr>
          <a:xfrm rot="524141">
            <a:off x="-720571" y="-1702946"/>
            <a:ext cx="4544240" cy="5877852"/>
            <a:chOff x="0" y="0"/>
            <a:chExt cx="665246" cy="860478"/>
          </a:xfrm>
        </p:grpSpPr>
        <p:sp>
          <p:nvSpPr>
            <p:cNvPr name="Freeform 3" id="3"/>
            <p:cNvSpPr/>
            <p:nvPr/>
          </p:nvSpPr>
          <p:spPr>
            <a:xfrm flipH="false" flipV="false" rot="0">
              <a:off x="0" y="0"/>
              <a:ext cx="665246" cy="860478"/>
            </a:xfrm>
            <a:custGeom>
              <a:avLst/>
              <a:gdLst/>
              <a:ahLst/>
              <a:cxnLst/>
              <a:rect r="r" b="b" t="t" l="l"/>
              <a:pathLst>
                <a:path h="860478" w="665246">
                  <a:moveTo>
                    <a:pt x="115850" y="0"/>
                  </a:moveTo>
                  <a:lnTo>
                    <a:pt x="549396" y="0"/>
                  </a:lnTo>
                  <a:cubicBezTo>
                    <a:pt x="580122" y="0"/>
                    <a:pt x="609588" y="12206"/>
                    <a:pt x="631315" y="33932"/>
                  </a:cubicBezTo>
                  <a:cubicBezTo>
                    <a:pt x="653041" y="55658"/>
                    <a:pt x="665246" y="85125"/>
                    <a:pt x="665246" y="115850"/>
                  </a:cubicBezTo>
                  <a:lnTo>
                    <a:pt x="665246" y="744628"/>
                  </a:lnTo>
                  <a:cubicBezTo>
                    <a:pt x="665246" y="808610"/>
                    <a:pt x="613378" y="860478"/>
                    <a:pt x="549396" y="860478"/>
                  </a:cubicBezTo>
                  <a:lnTo>
                    <a:pt x="115850" y="860478"/>
                  </a:lnTo>
                  <a:cubicBezTo>
                    <a:pt x="51868" y="860478"/>
                    <a:pt x="0" y="808610"/>
                    <a:pt x="0" y="744628"/>
                  </a:cubicBezTo>
                  <a:lnTo>
                    <a:pt x="0" y="115850"/>
                  </a:lnTo>
                  <a:cubicBezTo>
                    <a:pt x="0" y="51868"/>
                    <a:pt x="51868" y="0"/>
                    <a:pt x="115850" y="0"/>
                  </a:cubicBezTo>
                  <a:close/>
                </a:path>
              </a:pathLst>
            </a:custGeom>
            <a:solidFill>
              <a:srgbClr val="514C9D"/>
            </a:solidFill>
          </p:spPr>
        </p:sp>
        <p:sp>
          <p:nvSpPr>
            <p:cNvPr name="TextBox 4" id="4"/>
            <p:cNvSpPr txBox="true"/>
            <p:nvPr/>
          </p:nvSpPr>
          <p:spPr>
            <a:xfrm>
              <a:off x="0" y="-57150"/>
              <a:ext cx="665246" cy="91762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524141">
            <a:off x="11729743" y="4532546"/>
            <a:ext cx="7307079" cy="9451509"/>
            <a:chOff x="0" y="0"/>
            <a:chExt cx="665246" cy="860478"/>
          </a:xfrm>
        </p:grpSpPr>
        <p:sp>
          <p:nvSpPr>
            <p:cNvPr name="Freeform 6" id="6"/>
            <p:cNvSpPr/>
            <p:nvPr/>
          </p:nvSpPr>
          <p:spPr>
            <a:xfrm flipH="false" flipV="false" rot="0">
              <a:off x="0" y="0"/>
              <a:ext cx="665246" cy="860478"/>
            </a:xfrm>
            <a:custGeom>
              <a:avLst/>
              <a:gdLst/>
              <a:ahLst/>
              <a:cxnLst/>
              <a:rect r="r" b="b" t="t" l="l"/>
              <a:pathLst>
                <a:path h="860478" w="665246">
                  <a:moveTo>
                    <a:pt x="72047" y="0"/>
                  </a:moveTo>
                  <a:lnTo>
                    <a:pt x="593200" y="0"/>
                  </a:lnTo>
                  <a:cubicBezTo>
                    <a:pt x="612308" y="0"/>
                    <a:pt x="630633" y="7591"/>
                    <a:pt x="644144" y="21102"/>
                  </a:cubicBezTo>
                  <a:cubicBezTo>
                    <a:pt x="657656" y="34613"/>
                    <a:pt x="665246" y="52939"/>
                    <a:pt x="665246" y="72047"/>
                  </a:cubicBezTo>
                  <a:lnTo>
                    <a:pt x="665246" y="788431"/>
                  </a:lnTo>
                  <a:cubicBezTo>
                    <a:pt x="665246" y="807539"/>
                    <a:pt x="657656" y="825865"/>
                    <a:pt x="644144" y="839376"/>
                  </a:cubicBezTo>
                  <a:cubicBezTo>
                    <a:pt x="630633" y="852887"/>
                    <a:pt x="612308" y="860478"/>
                    <a:pt x="593200" y="860478"/>
                  </a:cubicBezTo>
                  <a:lnTo>
                    <a:pt x="72047" y="860478"/>
                  </a:lnTo>
                  <a:cubicBezTo>
                    <a:pt x="52939" y="860478"/>
                    <a:pt x="34613" y="852887"/>
                    <a:pt x="21102" y="839376"/>
                  </a:cubicBezTo>
                  <a:cubicBezTo>
                    <a:pt x="7591" y="825865"/>
                    <a:pt x="0" y="807539"/>
                    <a:pt x="0" y="788431"/>
                  </a:cubicBezTo>
                  <a:lnTo>
                    <a:pt x="0" y="72047"/>
                  </a:lnTo>
                  <a:cubicBezTo>
                    <a:pt x="0" y="52939"/>
                    <a:pt x="7591" y="34613"/>
                    <a:pt x="21102" y="21102"/>
                  </a:cubicBezTo>
                  <a:cubicBezTo>
                    <a:pt x="34613" y="7591"/>
                    <a:pt x="52939" y="0"/>
                    <a:pt x="72047" y="0"/>
                  </a:cubicBezTo>
                  <a:close/>
                </a:path>
              </a:pathLst>
            </a:custGeom>
            <a:solidFill>
              <a:srgbClr val="514C9D"/>
            </a:solidFill>
          </p:spPr>
        </p:sp>
        <p:sp>
          <p:nvSpPr>
            <p:cNvPr name="TextBox 7" id="7"/>
            <p:cNvSpPr txBox="true"/>
            <p:nvPr/>
          </p:nvSpPr>
          <p:spPr>
            <a:xfrm>
              <a:off x="0" y="-57150"/>
              <a:ext cx="665246" cy="917628"/>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9449703" y="1042777"/>
            <a:ext cx="1551389" cy="422257"/>
            <a:chOff x="0" y="0"/>
            <a:chExt cx="531257" cy="144598"/>
          </a:xfrm>
        </p:grpSpPr>
        <p:sp>
          <p:nvSpPr>
            <p:cNvPr name="Freeform 9" id="9"/>
            <p:cNvSpPr/>
            <p:nvPr/>
          </p:nvSpPr>
          <p:spPr>
            <a:xfrm flipH="false" flipV="false" rot="0">
              <a:off x="0" y="0"/>
              <a:ext cx="531257" cy="144598"/>
            </a:xfrm>
            <a:custGeom>
              <a:avLst/>
              <a:gdLst/>
              <a:ahLst/>
              <a:cxnLst/>
              <a:rect r="r" b="b" t="t" l="l"/>
              <a:pathLst>
                <a:path h="144598" w="531257">
                  <a:moveTo>
                    <a:pt x="49903" y="0"/>
                  </a:moveTo>
                  <a:lnTo>
                    <a:pt x="481354" y="0"/>
                  </a:lnTo>
                  <a:cubicBezTo>
                    <a:pt x="508915" y="0"/>
                    <a:pt x="531257" y="22342"/>
                    <a:pt x="531257" y="49903"/>
                  </a:cubicBezTo>
                  <a:lnTo>
                    <a:pt x="531257" y="94694"/>
                  </a:lnTo>
                  <a:cubicBezTo>
                    <a:pt x="531257" y="122255"/>
                    <a:pt x="508915" y="144598"/>
                    <a:pt x="481354" y="144598"/>
                  </a:cubicBezTo>
                  <a:lnTo>
                    <a:pt x="49903" y="144598"/>
                  </a:lnTo>
                  <a:cubicBezTo>
                    <a:pt x="36668" y="144598"/>
                    <a:pt x="23975" y="139340"/>
                    <a:pt x="14616" y="129981"/>
                  </a:cubicBezTo>
                  <a:cubicBezTo>
                    <a:pt x="5258" y="120623"/>
                    <a:pt x="0" y="107930"/>
                    <a:pt x="0" y="94694"/>
                  </a:cubicBezTo>
                  <a:lnTo>
                    <a:pt x="0" y="49903"/>
                  </a:lnTo>
                  <a:cubicBezTo>
                    <a:pt x="0" y="22342"/>
                    <a:pt x="22342" y="0"/>
                    <a:pt x="49903" y="0"/>
                  </a:cubicBezTo>
                  <a:close/>
                </a:path>
              </a:pathLst>
            </a:custGeom>
            <a:solidFill>
              <a:srgbClr val="7B72C8"/>
            </a:solidFill>
            <a:ln cap="sq">
              <a:noFill/>
              <a:prstDash val="solid"/>
              <a:miter/>
            </a:ln>
          </p:spPr>
        </p:sp>
        <p:sp>
          <p:nvSpPr>
            <p:cNvPr name="TextBox 10" id="10"/>
            <p:cNvSpPr txBox="true"/>
            <p:nvPr/>
          </p:nvSpPr>
          <p:spPr>
            <a:xfrm>
              <a:off x="0" y="-57150"/>
              <a:ext cx="531257" cy="201748"/>
            </a:xfrm>
            <a:prstGeom prst="rect">
              <a:avLst/>
            </a:prstGeom>
          </p:spPr>
          <p:txBody>
            <a:bodyPr anchor="ctr" rtlCol="false" tIns="50800" lIns="50800" bIns="50800" rIns="50800"/>
            <a:lstStyle/>
            <a:p>
              <a:pPr algn="ctr" marL="0" indent="0" lvl="0">
                <a:lnSpc>
                  <a:spcPts val="2520"/>
                </a:lnSpc>
                <a:spcBef>
                  <a:spcPct val="0"/>
                </a:spcBef>
              </a:pPr>
            </a:p>
          </p:txBody>
        </p:sp>
      </p:grpSp>
      <p:grpSp>
        <p:nvGrpSpPr>
          <p:cNvPr name="Group 11" id="11"/>
          <p:cNvGrpSpPr/>
          <p:nvPr/>
        </p:nvGrpSpPr>
        <p:grpSpPr>
          <a:xfrm rot="0">
            <a:off x="2258331" y="7982912"/>
            <a:ext cx="3970670" cy="551300"/>
            <a:chOff x="0" y="0"/>
            <a:chExt cx="1359715" cy="188787"/>
          </a:xfrm>
        </p:grpSpPr>
        <p:sp>
          <p:nvSpPr>
            <p:cNvPr name="Freeform 12" id="12"/>
            <p:cNvSpPr/>
            <p:nvPr/>
          </p:nvSpPr>
          <p:spPr>
            <a:xfrm flipH="false" flipV="false" rot="0">
              <a:off x="0" y="0"/>
              <a:ext cx="1359715" cy="188787"/>
            </a:xfrm>
            <a:custGeom>
              <a:avLst/>
              <a:gdLst/>
              <a:ahLst/>
              <a:cxnLst/>
              <a:rect r="r" b="b" t="t" l="l"/>
              <a:pathLst>
                <a:path h="188787" w="1359715">
                  <a:moveTo>
                    <a:pt x="19498" y="0"/>
                  </a:moveTo>
                  <a:lnTo>
                    <a:pt x="1340217" y="0"/>
                  </a:lnTo>
                  <a:cubicBezTo>
                    <a:pt x="1345388" y="0"/>
                    <a:pt x="1350348" y="2054"/>
                    <a:pt x="1354004" y="5711"/>
                  </a:cubicBezTo>
                  <a:cubicBezTo>
                    <a:pt x="1357661" y="9367"/>
                    <a:pt x="1359715" y="14327"/>
                    <a:pt x="1359715" y="19498"/>
                  </a:cubicBezTo>
                  <a:lnTo>
                    <a:pt x="1359715" y="169289"/>
                  </a:lnTo>
                  <a:cubicBezTo>
                    <a:pt x="1359715" y="180058"/>
                    <a:pt x="1350985" y="188787"/>
                    <a:pt x="1340217" y="188787"/>
                  </a:cubicBezTo>
                  <a:lnTo>
                    <a:pt x="19498" y="188787"/>
                  </a:lnTo>
                  <a:cubicBezTo>
                    <a:pt x="8729" y="188787"/>
                    <a:pt x="0" y="180058"/>
                    <a:pt x="0" y="169289"/>
                  </a:cubicBezTo>
                  <a:lnTo>
                    <a:pt x="0" y="19498"/>
                  </a:lnTo>
                  <a:cubicBezTo>
                    <a:pt x="0" y="8729"/>
                    <a:pt x="8729" y="0"/>
                    <a:pt x="19498" y="0"/>
                  </a:cubicBezTo>
                  <a:close/>
                </a:path>
              </a:pathLst>
            </a:custGeom>
            <a:solidFill>
              <a:srgbClr val="514C9D"/>
            </a:solidFill>
            <a:ln cap="sq">
              <a:noFill/>
              <a:prstDash val="solid"/>
              <a:miter/>
            </a:ln>
          </p:spPr>
        </p:sp>
        <p:sp>
          <p:nvSpPr>
            <p:cNvPr name="TextBox 13" id="13"/>
            <p:cNvSpPr txBox="true"/>
            <p:nvPr/>
          </p:nvSpPr>
          <p:spPr>
            <a:xfrm>
              <a:off x="0" y="-57150"/>
              <a:ext cx="1359715" cy="245937"/>
            </a:xfrm>
            <a:prstGeom prst="rect">
              <a:avLst/>
            </a:prstGeom>
          </p:spPr>
          <p:txBody>
            <a:bodyPr anchor="ctr" rtlCol="false" tIns="50800" lIns="50800" bIns="50800" rIns="50800"/>
            <a:lstStyle/>
            <a:p>
              <a:pPr algn="ctr" marL="0" indent="0" lvl="0">
                <a:lnSpc>
                  <a:spcPts val="2520"/>
                </a:lnSpc>
                <a:spcBef>
                  <a:spcPct val="0"/>
                </a:spcBef>
              </a:pPr>
            </a:p>
          </p:txBody>
        </p:sp>
      </p:grpSp>
      <p:grpSp>
        <p:nvGrpSpPr>
          <p:cNvPr name="Group 14" id="14"/>
          <p:cNvGrpSpPr/>
          <p:nvPr/>
        </p:nvGrpSpPr>
        <p:grpSpPr>
          <a:xfrm rot="0">
            <a:off x="1353602" y="964094"/>
            <a:ext cx="1931304" cy="579623"/>
            <a:chOff x="0" y="0"/>
            <a:chExt cx="2575072" cy="772830"/>
          </a:xfrm>
        </p:grpSpPr>
        <p:sp>
          <p:nvSpPr>
            <p:cNvPr name="Freeform 15" id="15"/>
            <p:cNvSpPr/>
            <p:nvPr/>
          </p:nvSpPr>
          <p:spPr>
            <a:xfrm flipH="false" flipV="false" rot="0">
              <a:off x="0" y="0"/>
              <a:ext cx="772830" cy="772830"/>
            </a:xfrm>
            <a:custGeom>
              <a:avLst/>
              <a:gdLst/>
              <a:ahLst/>
              <a:cxnLst/>
              <a:rect r="r" b="b" t="t" l="l"/>
              <a:pathLst>
                <a:path h="772830" w="772830">
                  <a:moveTo>
                    <a:pt x="0" y="0"/>
                  </a:moveTo>
                  <a:lnTo>
                    <a:pt x="772830" y="0"/>
                  </a:lnTo>
                  <a:lnTo>
                    <a:pt x="772830" y="772830"/>
                  </a:lnTo>
                  <a:lnTo>
                    <a:pt x="0" y="772830"/>
                  </a:lnTo>
                  <a:lnTo>
                    <a:pt x="0" y="0"/>
                  </a:lnTo>
                  <a:close/>
                </a:path>
              </a:pathLst>
            </a:custGeom>
            <a:blipFill>
              <a:blip r:embed="rId2"/>
              <a:stretch>
                <a:fillRect l="0" t="0" r="0" b="0"/>
              </a:stretch>
            </a:blipFill>
          </p:spPr>
        </p:sp>
        <p:sp>
          <p:nvSpPr>
            <p:cNvPr name="TextBox 16" id="16"/>
            <p:cNvSpPr txBox="true"/>
            <p:nvPr/>
          </p:nvSpPr>
          <p:spPr>
            <a:xfrm rot="0">
              <a:off x="742420" y="214179"/>
              <a:ext cx="1832652" cy="428341"/>
            </a:xfrm>
            <a:prstGeom prst="rect">
              <a:avLst/>
            </a:prstGeom>
          </p:spPr>
          <p:txBody>
            <a:bodyPr anchor="t" rtlCol="false" tIns="0" lIns="0" bIns="0" rIns="0">
              <a:spAutoFit/>
            </a:bodyPr>
            <a:lstStyle/>
            <a:p>
              <a:pPr algn="l">
                <a:lnSpc>
                  <a:spcPts val="2301"/>
                </a:lnSpc>
              </a:pPr>
              <a:r>
                <a:rPr lang="en-US" sz="2150" b="true">
                  <a:solidFill>
                    <a:srgbClr val="FDFDFD"/>
                  </a:solidFill>
                  <a:latin typeface="Poppins Medium"/>
                  <a:ea typeface="Poppins Medium"/>
                  <a:cs typeface="Poppins Medium"/>
                  <a:sym typeface="Poppins Medium"/>
                </a:rPr>
                <a:t>LitScope</a:t>
              </a:r>
            </a:p>
          </p:txBody>
        </p:sp>
      </p:grpSp>
      <p:grpSp>
        <p:nvGrpSpPr>
          <p:cNvPr name="Group 17" id="17"/>
          <p:cNvGrpSpPr>
            <a:grpSpLocks noChangeAspect="true"/>
          </p:cNvGrpSpPr>
          <p:nvPr/>
        </p:nvGrpSpPr>
        <p:grpSpPr>
          <a:xfrm rot="0">
            <a:off x="8624820" y="3386856"/>
            <a:ext cx="9520748" cy="5460986"/>
            <a:chOff x="0" y="0"/>
            <a:chExt cx="7981950" cy="4578350"/>
          </a:xfrm>
        </p:grpSpPr>
        <p:sp>
          <p:nvSpPr>
            <p:cNvPr name="Freeform 18" id="18"/>
            <p:cNvSpPr/>
            <p:nvPr/>
          </p:nvSpPr>
          <p:spPr>
            <a:xfrm flipH="false" flipV="false" rot="0">
              <a:off x="765810" y="21590"/>
              <a:ext cx="6451600" cy="4326890"/>
            </a:xfrm>
            <a:custGeom>
              <a:avLst/>
              <a:gdLst/>
              <a:ahLst/>
              <a:cxnLst/>
              <a:rect r="r" b="b" t="t" l="l"/>
              <a:pathLst>
                <a:path h="4326890" w="6451600">
                  <a:moveTo>
                    <a:pt x="6224270" y="0"/>
                  </a:moveTo>
                  <a:lnTo>
                    <a:pt x="226060" y="0"/>
                  </a:lnTo>
                  <a:cubicBezTo>
                    <a:pt x="101600" y="0"/>
                    <a:pt x="0" y="101600"/>
                    <a:pt x="0" y="226060"/>
                  </a:cubicBezTo>
                  <a:lnTo>
                    <a:pt x="0" y="4326890"/>
                  </a:lnTo>
                  <a:lnTo>
                    <a:pt x="6451601" y="4326890"/>
                  </a:lnTo>
                  <a:lnTo>
                    <a:pt x="6451601" y="226060"/>
                  </a:lnTo>
                  <a:cubicBezTo>
                    <a:pt x="6450331" y="101600"/>
                    <a:pt x="6348731" y="0"/>
                    <a:pt x="6224270" y="0"/>
                  </a:cubicBezTo>
                  <a:close/>
                  <a:moveTo>
                    <a:pt x="6252210" y="4043680"/>
                  </a:moveTo>
                  <a:lnTo>
                    <a:pt x="196851" y="4043680"/>
                  </a:lnTo>
                  <a:lnTo>
                    <a:pt x="196851" y="255270"/>
                  </a:lnTo>
                  <a:lnTo>
                    <a:pt x="6252210" y="255270"/>
                  </a:lnTo>
                  <a:lnTo>
                    <a:pt x="6252210" y="4043680"/>
                  </a:lnTo>
                  <a:close/>
                </a:path>
              </a:pathLst>
            </a:custGeom>
            <a:solidFill>
              <a:srgbClr val="171616"/>
            </a:solidFill>
          </p:spPr>
        </p:sp>
        <p:sp>
          <p:nvSpPr>
            <p:cNvPr name="Freeform 19" id="19"/>
            <p:cNvSpPr/>
            <p:nvPr/>
          </p:nvSpPr>
          <p:spPr>
            <a:xfrm flipH="false" flipV="false" rot="0">
              <a:off x="0" y="0"/>
              <a:ext cx="7981950" cy="4542790"/>
            </a:xfrm>
            <a:custGeom>
              <a:avLst/>
              <a:gdLst/>
              <a:ahLst/>
              <a:cxnLst/>
              <a:rect r="r" b="b" t="t" l="l"/>
              <a:pathLst>
                <a:path h="4542790" w="7981950">
                  <a:moveTo>
                    <a:pt x="7239000" y="4348480"/>
                  </a:moveTo>
                  <a:lnTo>
                    <a:pt x="7239000" y="243840"/>
                  </a:lnTo>
                  <a:cubicBezTo>
                    <a:pt x="7239000" y="109220"/>
                    <a:pt x="7129780" y="0"/>
                    <a:pt x="6995160" y="0"/>
                  </a:cubicBezTo>
                  <a:lnTo>
                    <a:pt x="985520" y="0"/>
                  </a:lnTo>
                  <a:cubicBezTo>
                    <a:pt x="852170" y="0"/>
                    <a:pt x="742950" y="109220"/>
                    <a:pt x="742950" y="243840"/>
                  </a:cubicBezTo>
                  <a:lnTo>
                    <a:pt x="742950" y="4349750"/>
                  </a:lnTo>
                  <a:lnTo>
                    <a:pt x="0" y="4349750"/>
                  </a:lnTo>
                  <a:lnTo>
                    <a:pt x="0" y="4447540"/>
                  </a:lnTo>
                  <a:cubicBezTo>
                    <a:pt x="0" y="4500880"/>
                    <a:pt x="43180" y="4542790"/>
                    <a:pt x="95250" y="4542790"/>
                  </a:cubicBezTo>
                  <a:lnTo>
                    <a:pt x="7886700" y="4542790"/>
                  </a:lnTo>
                  <a:cubicBezTo>
                    <a:pt x="7940040" y="4542790"/>
                    <a:pt x="7981950" y="4499610"/>
                    <a:pt x="7981950" y="4447540"/>
                  </a:cubicBezTo>
                  <a:lnTo>
                    <a:pt x="7981950" y="4349750"/>
                  </a:lnTo>
                  <a:lnTo>
                    <a:pt x="7239000" y="4349750"/>
                  </a:lnTo>
                  <a:close/>
                  <a:moveTo>
                    <a:pt x="4519930" y="4348480"/>
                  </a:moveTo>
                  <a:lnTo>
                    <a:pt x="4519930" y="4349750"/>
                  </a:lnTo>
                  <a:cubicBezTo>
                    <a:pt x="4519930" y="4403090"/>
                    <a:pt x="4476750" y="4445000"/>
                    <a:pt x="4424680" y="4445000"/>
                  </a:cubicBezTo>
                  <a:lnTo>
                    <a:pt x="3557270" y="4445000"/>
                  </a:lnTo>
                  <a:cubicBezTo>
                    <a:pt x="3503930" y="4445000"/>
                    <a:pt x="3462020" y="4401820"/>
                    <a:pt x="3462020" y="4349750"/>
                  </a:cubicBezTo>
                  <a:lnTo>
                    <a:pt x="3462020" y="4348480"/>
                  </a:lnTo>
                  <a:lnTo>
                    <a:pt x="765810" y="4348480"/>
                  </a:lnTo>
                  <a:lnTo>
                    <a:pt x="765810" y="247650"/>
                  </a:lnTo>
                  <a:cubicBezTo>
                    <a:pt x="765810" y="123190"/>
                    <a:pt x="867410" y="21590"/>
                    <a:pt x="991870" y="21590"/>
                  </a:cubicBezTo>
                  <a:lnTo>
                    <a:pt x="6990080" y="21590"/>
                  </a:lnTo>
                  <a:cubicBezTo>
                    <a:pt x="7114539" y="21590"/>
                    <a:pt x="7216139" y="123190"/>
                    <a:pt x="7216139" y="247650"/>
                  </a:cubicBezTo>
                  <a:lnTo>
                    <a:pt x="7216139" y="4348480"/>
                  </a:lnTo>
                  <a:lnTo>
                    <a:pt x="4519930" y="4348480"/>
                  </a:lnTo>
                  <a:close/>
                </a:path>
              </a:pathLst>
            </a:custGeom>
            <a:solidFill>
              <a:srgbClr val="968CE4"/>
            </a:solidFill>
          </p:spPr>
        </p:sp>
        <p:sp>
          <p:nvSpPr>
            <p:cNvPr name="Freeform 20" id="20"/>
            <p:cNvSpPr/>
            <p:nvPr/>
          </p:nvSpPr>
          <p:spPr>
            <a:xfrm flipH="false" flipV="false" rot="0">
              <a:off x="3460750" y="4349750"/>
              <a:ext cx="1059180" cy="96520"/>
            </a:xfrm>
            <a:custGeom>
              <a:avLst/>
              <a:gdLst/>
              <a:ahLst/>
              <a:cxnLst/>
              <a:rect r="r" b="b" t="t" l="l"/>
              <a:pathLst>
                <a:path h="96520" w="1059180">
                  <a:moveTo>
                    <a:pt x="96520" y="96520"/>
                  </a:moveTo>
                  <a:lnTo>
                    <a:pt x="963930" y="96520"/>
                  </a:lnTo>
                  <a:cubicBezTo>
                    <a:pt x="1017270" y="96520"/>
                    <a:pt x="1059180" y="53340"/>
                    <a:pt x="1059180" y="1270"/>
                  </a:cubicBezTo>
                  <a:lnTo>
                    <a:pt x="1059180" y="0"/>
                  </a:lnTo>
                  <a:lnTo>
                    <a:pt x="0" y="0"/>
                  </a:lnTo>
                  <a:lnTo>
                    <a:pt x="0" y="1270"/>
                  </a:lnTo>
                  <a:cubicBezTo>
                    <a:pt x="0" y="53340"/>
                    <a:pt x="43180" y="96520"/>
                    <a:pt x="96520" y="96520"/>
                  </a:cubicBezTo>
                  <a:close/>
                </a:path>
              </a:pathLst>
            </a:custGeom>
            <a:solidFill>
              <a:srgbClr val="6B64B8"/>
            </a:solidFill>
          </p:spPr>
        </p:sp>
        <p:sp>
          <p:nvSpPr>
            <p:cNvPr name="Freeform 21" id="21"/>
            <p:cNvSpPr/>
            <p:nvPr/>
          </p:nvSpPr>
          <p:spPr>
            <a:xfrm flipH="false" flipV="false" rot="0">
              <a:off x="163830" y="4542790"/>
              <a:ext cx="7654290" cy="35560"/>
            </a:xfrm>
            <a:custGeom>
              <a:avLst/>
              <a:gdLst/>
              <a:ahLst/>
              <a:cxnLst/>
              <a:rect r="r" b="b" t="t" l="l"/>
              <a:pathLst>
                <a:path h="35560" w="7654290">
                  <a:moveTo>
                    <a:pt x="0" y="0"/>
                  </a:moveTo>
                  <a:cubicBezTo>
                    <a:pt x="0" y="20320"/>
                    <a:pt x="16510" y="35560"/>
                    <a:pt x="35560" y="35560"/>
                  </a:cubicBezTo>
                  <a:lnTo>
                    <a:pt x="7618730" y="35560"/>
                  </a:lnTo>
                  <a:cubicBezTo>
                    <a:pt x="7639050" y="35560"/>
                    <a:pt x="7654290" y="19050"/>
                    <a:pt x="7654290" y="0"/>
                  </a:cubicBezTo>
                  <a:lnTo>
                    <a:pt x="0" y="0"/>
                  </a:lnTo>
                  <a:close/>
                </a:path>
              </a:pathLst>
            </a:custGeom>
            <a:solidFill>
              <a:srgbClr val="6B64B8"/>
            </a:solidFill>
          </p:spPr>
        </p:sp>
        <p:sp>
          <p:nvSpPr>
            <p:cNvPr name="Freeform 22" id="22"/>
            <p:cNvSpPr/>
            <p:nvPr/>
          </p:nvSpPr>
          <p:spPr>
            <a:xfrm flipH="false" flipV="false" rot="0">
              <a:off x="962660" y="276860"/>
              <a:ext cx="6055360" cy="3789680"/>
            </a:xfrm>
            <a:custGeom>
              <a:avLst/>
              <a:gdLst/>
              <a:ahLst/>
              <a:cxnLst/>
              <a:rect r="r" b="b" t="t" l="l"/>
              <a:pathLst>
                <a:path h="3789680" w="6055360">
                  <a:moveTo>
                    <a:pt x="0" y="0"/>
                  </a:moveTo>
                  <a:lnTo>
                    <a:pt x="6055360" y="0"/>
                  </a:lnTo>
                  <a:lnTo>
                    <a:pt x="6055360" y="3789680"/>
                  </a:lnTo>
                  <a:lnTo>
                    <a:pt x="0" y="3789680"/>
                  </a:lnTo>
                  <a:close/>
                </a:path>
              </a:pathLst>
            </a:custGeom>
            <a:blipFill>
              <a:blip r:embed="rId3"/>
              <a:stretch>
                <a:fillRect l="-12244" t="0" r="-12244" b="0"/>
              </a:stretch>
            </a:blipFill>
          </p:spPr>
        </p:sp>
      </p:grpSp>
      <p:sp>
        <p:nvSpPr>
          <p:cNvPr name="TextBox 23" id="23"/>
          <p:cNvSpPr txBox="true"/>
          <p:nvPr/>
        </p:nvSpPr>
        <p:spPr>
          <a:xfrm rot="0">
            <a:off x="1353602" y="1841196"/>
            <a:ext cx="6580386" cy="2123876"/>
          </a:xfrm>
          <a:prstGeom prst="rect">
            <a:avLst/>
          </a:prstGeom>
        </p:spPr>
        <p:txBody>
          <a:bodyPr anchor="t" rtlCol="false" tIns="0" lIns="0" bIns="0" rIns="0">
            <a:spAutoFit/>
          </a:bodyPr>
          <a:lstStyle/>
          <a:p>
            <a:pPr algn="l">
              <a:lnSpc>
                <a:spcPts val="8024"/>
              </a:lnSpc>
            </a:pPr>
            <a:r>
              <a:rPr lang="en-US" sz="7499" b="true">
                <a:solidFill>
                  <a:srgbClr val="FDFDFD"/>
                </a:solidFill>
                <a:latin typeface="Poppins Bold"/>
                <a:ea typeface="Poppins Bold"/>
                <a:cs typeface="Poppins Bold"/>
                <a:sym typeface="Poppins Bold"/>
              </a:rPr>
              <a:t>Start Discussions</a:t>
            </a:r>
          </a:p>
        </p:txBody>
      </p:sp>
      <p:sp>
        <p:nvSpPr>
          <p:cNvPr name="TextBox 24" id="24"/>
          <p:cNvSpPr txBox="true"/>
          <p:nvPr/>
        </p:nvSpPr>
        <p:spPr>
          <a:xfrm rot="0">
            <a:off x="9688080" y="1049992"/>
            <a:ext cx="1074634" cy="349989"/>
          </a:xfrm>
          <a:prstGeom prst="rect">
            <a:avLst/>
          </a:prstGeom>
        </p:spPr>
        <p:txBody>
          <a:bodyPr anchor="t" rtlCol="false" tIns="0" lIns="0" bIns="0" rIns="0">
            <a:spAutoFit/>
          </a:bodyPr>
          <a:lstStyle/>
          <a:p>
            <a:pPr algn="ctr">
              <a:lnSpc>
                <a:spcPts val="2753"/>
              </a:lnSpc>
            </a:pPr>
            <a:r>
              <a:rPr lang="en-US" sz="1967">
                <a:solidFill>
                  <a:srgbClr val="FDFDFD"/>
                </a:solidFill>
                <a:latin typeface="Poppins"/>
                <a:ea typeface="Poppins"/>
                <a:cs typeface="Poppins"/>
                <a:sym typeface="Poppins"/>
              </a:rPr>
              <a:t>Home</a:t>
            </a:r>
          </a:p>
        </p:txBody>
      </p:sp>
      <p:sp>
        <p:nvSpPr>
          <p:cNvPr name="TextBox 25" id="25"/>
          <p:cNvSpPr txBox="true"/>
          <p:nvPr/>
        </p:nvSpPr>
        <p:spPr>
          <a:xfrm rot="0">
            <a:off x="11491323" y="1049992"/>
            <a:ext cx="1446373" cy="349989"/>
          </a:xfrm>
          <a:prstGeom prst="rect">
            <a:avLst/>
          </a:prstGeom>
        </p:spPr>
        <p:txBody>
          <a:bodyPr anchor="t" rtlCol="false" tIns="0" lIns="0" bIns="0" rIns="0">
            <a:spAutoFit/>
          </a:bodyPr>
          <a:lstStyle/>
          <a:p>
            <a:pPr algn="ctr">
              <a:lnSpc>
                <a:spcPts val="2753"/>
              </a:lnSpc>
            </a:pPr>
            <a:r>
              <a:rPr lang="en-US" sz="1967">
                <a:solidFill>
                  <a:srgbClr val="FDFDFD"/>
                </a:solidFill>
                <a:latin typeface="Poppins"/>
                <a:ea typeface="Poppins"/>
                <a:cs typeface="Poppins"/>
                <a:sym typeface="Poppins"/>
              </a:rPr>
              <a:t>Profile</a:t>
            </a:r>
          </a:p>
        </p:txBody>
      </p:sp>
      <p:sp>
        <p:nvSpPr>
          <p:cNvPr name="TextBox 26" id="26"/>
          <p:cNvSpPr txBox="true"/>
          <p:nvPr/>
        </p:nvSpPr>
        <p:spPr>
          <a:xfrm rot="0">
            <a:off x="13666306" y="1049992"/>
            <a:ext cx="1218869" cy="349989"/>
          </a:xfrm>
          <a:prstGeom prst="rect">
            <a:avLst/>
          </a:prstGeom>
        </p:spPr>
        <p:txBody>
          <a:bodyPr anchor="t" rtlCol="false" tIns="0" lIns="0" bIns="0" rIns="0">
            <a:spAutoFit/>
          </a:bodyPr>
          <a:lstStyle/>
          <a:p>
            <a:pPr algn="ctr">
              <a:lnSpc>
                <a:spcPts val="2753"/>
              </a:lnSpc>
            </a:pPr>
            <a:r>
              <a:rPr lang="en-US" sz="1967">
                <a:solidFill>
                  <a:srgbClr val="FDFDFD"/>
                </a:solidFill>
                <a:latin typeface="Poppins"/>
                <a:ea typeface="Poppins"/>
                <a:cs typeface="Poppins"/>
                <a:sym typeface="Poppins"/>
              </a:rPr>
              <a:t>My Clubs</a:t>
            </a:r>
          </a:p>
        </p:txBody>
      </p:sp>
      <p:sp>
        <p:nvSpPr>
          <p:cNvPr name="TextBox 27" id="27"/>
          <p:cNvSpPr txBox="true"/>
          <p:nvPr/>
        </p:nvSpPr>
        <p:spPr>
          <a:xfrm rot="0">
            <a:off x="15613784" y="1049992"/>
            <a:ext cx="1281321" cy="349989"/>
          </a:xfrm>
          <a:prstGeom prst="rect">
            <a:avLst/>
          </a:prstGeom>
        </p:spPr>
        <p:txBody>
          <a:bodyPr anchor="t" rtlCol="false" tIns="0" lIns="0" bIns="0" rIns="0">
            <a:spAutoFit/>
          </a:bodyPr>
          <a:lstStyle/>
          <a:p>
            <a:pPr algn="ctr">
              <a:lnSpc>
                <a:spcPts val="2753"/>
              </a:lnSpc>
            </a:pPr>
            <a:r>
              <a:rPr lang="en-US" sz="1967">
                <a:solidFill>
                  <a:srgbClr val="DC6C6C"/>
                </a:solidFill>
                <a:latin typeface="Poppins"/>
                <a:ea typeface="Poppins"/>
                <a:cs typeface="Poppins"/>
                <a:sym typeface="Poppins"/>
              </a:rPr>
              <a:t>Log Out</a:t>
            </a:r>
          </a:p>
        </p:txBody>
      </p:sp>
      <p:sp>
        <p:nvSpPr>
          <p:cNvPr name="TextBox 28" id="28"/>
          <p:cNvSpPr txBox="true"/>
          <p:nvPr/>
        </p:nvSpPr>
        <p:spPr>
          <a:xfrm rot="0">
            <a:off x="1353602" y="4983327"/>
            <a:ext cx="5198862" cy="1530985"/>
          </a:xfrm>
          <a:prstGeom prst="rect">
            <a:avLst/>
          </a:prstGeom>
        </p:spPr>
        <p:txBody>
          <a:bodyPr anchor="t" rtlCol="false" tIns="0" lIns="0" bIns="0" rIns="0">
            <a:spAutoFit/>
          </a:bodyPr>
          <a:lstStyle/>
          <a:p>
            <a:pPr algn="l" marL="0" indent="0" lvl="0">
              <a:lnSpc>
                <a:spcPts val="3020"/>
              </a:lnSpc>
            </a:pPr>
            <a:r>
              <a:rPr lang="en-US" sz="2000">
                <a:solidFill>
                  <a:srgbClr val="FDFDFD"/>
                </a:solidFill>
                <a:latin typeface="Poppins"/>
                <a:ea typeface="Poppins"/>
                <a:cs typeface="Poppins"/>
                <a:sym typeface="Poppins"/>
              </a:rPr>
              <a:t>Participate in real-time book discussions. Share insights, debate interpretations, and discover new perspectives.</a:t>
            </a:r>
          </a:p>
        </p:txBody>
      </p:sp>
      <p:sp>
        <p:nvSpPr>
          <p:cNvPr name="TextBox 29" id="29"/>
          <p:cNvSpPr txBox="true"/>
          <p:nvPr/>
        </p:nvSpPr>
        <p:spPr>
          <a:xfrm rot="0">
            <a:off x="2648509" y="8021707"/>
            <a:ext cx="3457014" cy="387985"/>
          </a:xfrm>
          <a:prstGeom prst="rect">
            <a:avLst/>
          </a:prstGeom>
        </p:spPr>
        <p:txBody>
          <a:bodyPr anchor="t" rtlCol="false" tIns="0" lIns="0" bIns="0" rIns="0">
            <a:spAutoFit/>
          </a:bodyPr>
          <a:lstStyle/>
          <a:p>
            <a:pPr algn="l" marL="0" indent="0" lvl="0">
              <a:lnSpc>
                <a:spcPts val="3020"/>
              </a:lnSpc>
            </a:pPr>
            <a:r>
              <a:rPr lang="en-US" sz="2000" u="sng">
                <a:solidFill>
                  <a:srgbClr val="FDFDFD"/>
                </a:solidFill>
                <a:latin typeface="Poppins"/>
                <a:ea typeface="Poppins"/>
                <a:cs typeface="Poppins"/>
                <a:sym typeface="Poppins"/>
                <a:hlinkClick r:id="rId4" tooltip="http://litscope.vercel.app"/>
              </a:rPr>
              <a:t>www.litscope.vercel.app</a:t>
            </a:r>
          </a:p>
        </p:txBody>
      </p:sp>
    </p:spTree>
  </p:cSld>
  <p:clrMapOvr>
    <a:masterClrMapping/>
  </p:clrMapOvr>
  <p:transition spd="slow">
    <p:push dir="l"/>
  </p:transition>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71616"/>
        </a:solidFill>
      </p:bgPr>
    </p:bg>
    <p:spTree>
      <p:nvGrpSpPr>
        <p:cNvPr id="1" name=""/>
        <p:cNvGrpSpPr/>
        <p:nvPr/>
      </p:nvGrpSpPr>
      <p:grpSpPr>
        <a:xfrm>
          <a:off x="0" y="0"/>
          <a:ext cx="0" cy="0"/>
          <a:chOff x="0" y="0"/>
          <a:chExt cx="0" cy="0"/>
        </a:xfrm>
      </p:grpSpPr>
      <p:grpSp>
        <p:nvGrpSpPr>
          <p:cNvPr name="Group 2" id="2"/>
          <p:cNvGrpSpPr/>
          <p:nvPr/>
        </p:nvGrpSpPr>
        <p:grpSpPr>
          <a:xfrm rot="524141">
            <a:off x="-720571" y="-1702946"/>
            <a:ext cx="4544240" cy="5877852"/>
            <a:chOff x="0" y="0"/>
            <a:chExt cx="665246" cy="860478"/>
          </a:xfrm>
        </p:grpSpPr>
        <p:sp>
          <p:nvSpPr>
            <p:cNvPr name="Freeform 3" id="3"/>
            <p:cNvSpPr/>
            <p:nvPr/>
          </p:nvSpPr>
          <p:spPr>
            <a:xfrm flipH="false" flipV="false" rot="0">
              <a:off x="0" y="0"/>
              <a:ext cx="665246" cy="860478"/>
            </a:xfrm>
            <a:custGeom>
              <a:avLst/>
              <a:gdLst/>
              <a:ahLst/>
              <a:cxnLst/>
              <a:rect r="r" b="b" t="t" l="l"/>
              <a:pathLst>
                <a:path h="860478" w="665246">
                  <a:moveTo>
                    <a:pt x="115850" y="0"/>
                  </a:moveTo>
                  <a:lnTo>
                    <a:pt x="549396" y="0"/>
                  </a:lnTo>
                  <a:cubicBezTo>
                    <a:pt x="580122" y="0"/>
                    <a:pt x="609588" y="12206"/>
                    <a:pt x="631315" y="33932"/>
                  </a:cubicBezTo>
                  <a:cubicBezTo>
                    <a:pt x="653041" y="55658"/>
                    <a:pt x="665246" y="85125"/>
                    <a:pt x="665246" y="115850"/>
                  </a:cubicBezTo>
                  <a:lnTo>
                    <a:pt x="665246" y="744628"/>
                  </a:lnTo>
                  <a:cubicBezTo>
                    <a:pt x="665246" y="808610"/>
                    <a:pt x="613378" y="860478"/>
                    <a:pt x="549396" y="860478"/>
                  </a:cubicBezTo>
                  <a:lnTo>
                    <a:pt x="115850" y="860478"/>
                  </a:lnTo>
                  <a:cubicBezTo>
                    <a:pt x="51868" y="860478"/>
                    <a:pt x="0" y="808610"/>
                    <a:pt x="0" y="744628"/>
                  </a:cubicBezTo>
                  <a:lnTo>
                    <a:pt x="0" y="115850"/>
                  </a:lnTo>
                  <a:cubicBezTo>
                    <a:pt x="0" y="51868"/>
                    <a:pt x="51868" y="0"/>
                    <a:pt x="115850" y="0"/>
                  </a:cubicBezTo>
                  <a:close/>
                </a:path>
              </a:pathLst>
            </a:custGeom>
            <a:solidFill>
              <a:srgbClr val="514C9D"/>
            </a:solidFill>
          </p:spPr>
        </p:sp>
        <p:sp>
          <p:nvSpPr>
            <p:cNvPr name="TextBox 4" id="4"/>
            <p:cNvSpPr txBox="true"/>
            <p:nvPr/>
          </p:nvSpPr>
          <p:spPr>
            <a:xfrm>
              <a:off x="0" y="-57150"/>
              <a:ext cx="665246" cy="91762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524141">
            <a:off x="11729743" y="4532546"/>
            <a:ext cx="7307079" cy="9451509"/>
            <a:chOff x="0" y="0"/>
            <a:chExt cx="665246" cy="860478"/>
          </a:xfrm>
        </p:grpSpPr>
        <p:sp>
          <p:nvSpPr>
            <p:cNvPr name="Freeform 6" id="6"/>
            <p:cNvSpPr/>
            <p:nvPr/>
          </p:nvSpPr>
          <p:spPr>
            <a:xfrm flipH="false" flipV="false" rot="0">
              <a:off x="0" y="0"/>
              <a:ext cx="665246" cy="860478"/>
            </a:xfrm>
            <a:custGeom>
              <a:avLst/>
              <a:gdLst/>
              <a:ahLst/>
              <a:cxnLst/>
              <a:rect r="r" b="b" t="t" l="l"/>
              <a:pathLst>
                <a:path h="860478" w="665246">
                  <a:moveTo>
                    <a:pt x="72047" y="0"/>
                  </a:moveTo>
                  <a:lnTo>
                    <a:pt x="593200" y="0"/>
                  </a:lnTo>
                  <a:cubicBezTo>
                    <a:pt x="612308" y="0"/>
                    <a:pt x="630633" y="7591"/>
                    <a:pt x="644144" y="21102"/>
                  </a:cubicBezTo>
                  <a:cubicBezTo>
                    <a:pt x="657656" y="34613"/>
                    <a:pt x="665246" y="52939"/>
                    <a:pt x="665246" y="72047"/>
                  </a:cubicBezTo>
                  <a:lnTo>
                    <a:pt x="665246" y="788431"/>
                  </a:lnTo>
                  <a:cubicBezTo>
                    <a:pt x="665246" y="807539"/>
                    <a:pt x="657656" y="825865"/>
                    <a:pt x="644144" y="839376"/>
                  </a:cubicBezTo>
                  <a:cubicBezTo>
                    <a:pt x="630633" y="852887"/>
                    <a:pt x="612308" y="860478"/>
                    <a:pt x="593200" y="860478"/>
                  </a:cubicBezTo>
                  <a:lnTo>
                    <a:pt x="72047" y="860478"/>
                  </a:lnTo>
                  <a:cubicBezTo>
                    <a:pt x="52939" y="860478"/>
                    <a:pt x="34613" y="852887"/>
                    <a:pt x="21102" y="839376"/>
                  </a:cubicBezTo>
                  <a:cubicBezTo>
                    <a:pt x="7591" y="825865"/>
                    <a:pt x="0" y="807539"/>
                    <a:pt x="0" y="788431"/>
                  </a:cubicBezTo>
                  <a:lnTo>
                    <a:pt x="0" y="72047"/>
                  </a:lnTo>
                  <a:cubicBezTo>
                    <a:pt x="0" y="52939"/>
                    <a:pt x="7591" y="34613"/>
                    <a:pt x="21102" y="21102"/>
                  </a:cubicBezTo>
                  <a:cubicBezTo>
                    <a:pt x="34613" y="7591"/>
                    <a:pt x="52939" y="0"/>
                    <a:pt x="72047" y="0"/>
                  </a:cubicBezTo>
                  <a:close/>
                </a:path>
              </a:pathLst>
            </a:custGeom>
            <a:solidFill>
              <a:srgbClr val="514C9D"/>
            </a:solidFill>
          </p:spPr>
        </p:sp>
        <p:sp>
          <p:nvSpPr>
            <p:cNvPr name="TextBox 7" id="7"/>
            <p:cNvSpPr txBox="true"/>
            <p:nvPr/>
          </p:nvSpPr>
          <p:spPr>
            <a:xfrm>
              <a:off x="0" y="-57150"/>
              <a:ext cx="665246" cy="917628"/>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9449703" y="1042777"/>
            <a:ext cx="1551389" cy="422257"/>
            <a:chOff x="0" y="0"/>
            <a:chExt cx="531257" cy="144598"/>
          </a:xfrm>
        </p:grpSpPr>
        <p:sp>
          <p:nvSpPr>
            <p:cNvPr name="Freeform 9" id="9"/>
            <p:cNvSpPr/>
            <p:nvPr/>
          </p:nvSpPr>
          <p:spPr>
            <a:xfrm flipH="false" flipV="false" rot="0">
              <a:off x="0" y="0"/>
              <a:ext cx="531257" cy="144598"/>
            </a:xfrm>
            <a:custGeom>
              <a:avLst/>
              <a:gdLst/>
              <a:ahLst/>
              <a:cxnLst/>
              <a:rect r="r" b="b" t="t" l="l"/>
              <a:pathLst>
                <a:path h="144598" w="531257">
                  <a:moveTo>
                    <a:pt x="49903" y="0"/>
                  </a:moveTo>
                  <a:lnTo>
                    <a:pt x="481354" y="0"/>
                  </a:lnTo>
                  <a:cubicBezTo>
                    <a:pt x="508915" y="0"/>
                    <a:pt x="531257" y="22342"/>
                    <a:pt x="531257" y="49903"/>
                  </a:cubicBezTo>
                  <a:lnTo>
                    <a:pt x="531257" y="94694"/>
                  </a:lnTo>
                  <a:cubicBezTo>
                    <a:pt x="531257" y="122255"/>
                    <a:pt x="508915" y="144598"/>
                    <a:pt x="481354" y="144598"/>
                  </a:cubicBezTo>
                  <a:lnTo>
                    <a:pt x="49903" y="144598"/>
                  </a:lnTo>
                  <a:cubicBezTo>
                    <a:pt x="36668" y="144598"/>
                    <a:pt x="23975" y="139340"/>
                    <a:pt x="14616" y="129981"/>
                  </a:cubicBezTo>
                  <a:cubicBezTo>
                    <a:pt x="5258" y="120623"/>
                    <a:pt x="0" y="107930"/>
                    <a:pt x="0" y="94694"/>
                  </a:cubicBezTo>
                  <a:lnTo>
                    <a:pt x="0" y="49903"/>
                  </a:lnTo>
                  <a:cubicBezTo>
                    <a:pt x="0" y="22342"/>
                    <a:pt x="22342" y="0"/>
                    <a:pt x="49903" y="0"/>
                  </a:cubicBezTo>
                  <a:close/>
                </a:path>
              </a:pathLst>
            </a:custGeom>
            <a:solidFill>
              <a:srgbClr val="7B72C8"/>
            </a:solidFill>
            <a:ln cap="sq">
              <a:noFill/>
              <a:prstDash val="solid"/>
              <a:miter/>
            </a:ln>
          </p:spPr>
        </p:sp>
        <p:sp>
          <p:nvSpPr>
            <p:cNvPr name="TextBox 10" id="10"/>
            <p:cNvSpPr txBox="true"/>
            <p:nvPr/>
          </p:nvSpPr>
          <p:spPr>
            <a:xfrm>
              <a:off x="0" y="-57150"/>
              <a:ext cx="531257" cy="201748"/>
            </a:xfrm>
            <a:prstGeom prst="rect">
              <a:avLst/>
            </a:prstGeom>
          </p:spPr>
          <p:txBody>
            <a:bodyPr anchor="ctr" rtlCol="false" tIns="50800" lIns="50800" bIns="50800" rIns="50800"/>
            <a:lstStyle/>
            <a:p>
              <a:pPr algn="ctr" marL="0" indent="0" lvl="0">
                <a:lnSpc>
                  <a:spcPts val="2520"/>
                </a:lnSpc>
                <a:spcBef>
                  <a:spcPct val="0"/>
                </a:spcBef>
              </a:pPr>
            </a:p>
          </p:txBody>
        </p:sp>
      </p:grpSp>
      <p:grpSp>
        <p:nvGrpSpPr>
          <p:cNvPr name="Group 11" id="11"/>
          <p:cNvGrpSpPr/>
          <p:nvPr/>
        </p:nvGrpSpPr>
        <p:grpSpPr>
          <a:xfrm rot="0">
            <a:off x="2258331" y="7982912"/>
            <a:ext cx="3970670" cy="551300"/>
            <a:chOff x="0" y="0"/>
            <a:chExt cx="1359715" cy="188787"/>
          </a:xfrm>
        </p:grpSpPr>
        <p:sp>
          <p:nvSpPr>
            <p:cNvPr name="Freeform 12" id="12"/>
            <p:cNvSpPr/>
            <p:nvPr/>
          </p:nvSpPr>
          <p:spPr>
            <a:xfrm flipH="false" flipV="false" rot="0">
              <a:off x="0" y="0"/>
              <a:ext cx="1359715" cy="188787"/>
            </a:xfrm>
            <a:custGeom>
              <a:avLst/>
              <a:gdLst/>
              <a:ahLst/>
              <a:cxnLst/>
              <a:rect r="r" b="b" t="t" l="l"/>
              <a:pathLst>
                <a:path h="188787" w="1359715">
                  <a:moveTo>
                    <a:pt x="19498" y="0"/>
                  </a:moveTo>
                  <a:lnTo>
                    <a:pt x="1340217" y="0"/>
                  </a:lnTo>
                  <a:cubicBezTo>
                    <a:pt x="1345388" y="0"/>
                    <a:pt x="1350348" y="2054"/>
                    <a:pt x="1354004" y="5711"/>
                  </a:cubicBezTo>
                  <a:cubicBezTo>
                    <a:pt x="1357661" y="9367"/>
                    <a:pt x="1359715" y="14327"/>
                    <a:pt x="1359715" y="19498"/>
                  </a:cubicBezTo>
                  <a:lnTo>
                    <a:pt x="1359715" y="169289"/>
                  </a:lnTo>
                  <a:cubicBezTo>
                    <a:pt x="1359715" y="180058"/>
                    <a:pt x="1350985" y="188787"/>
                    <a:pt x="1340217" y="188787"/>
                  </a:cubicBezTo>
                  <a:lnTo>
                    <a:pt x="19498" y="188787"/>
                  </a:lnTo>
                  <a:cubicBezTo>
                    <a:pt x="8729" y="188787"/>
                    <a:pt x="0" y="180058"/>
                    <a:pt x="0" y="169289"/>
                  </a:cubicBezTo>
                  <a:lnTo>
                    <a:pt x="0" y="19498"/>
                  </a:lnTo>
                  <a:cubicBezTo>
                    <a:pt x="0" y="8729"/>
                    <a:pt x="8729" y="0"/>
                    <a:pt x="19498" y="0"/>
                  </a:cubicBezTo>
                  <a:close/>
                </a:path>
              </a:pathLst>
            </a:custGeom>
            <a:solidFill>
              <a:srgbClr val="514C9D"/>
            </a:solidFill>
            <a:ln cap="sq">
              <a:noFill/>
              <a:prstDash val="solid"/>
              <a:miter/>
            </a:ln>
          </p:spPr>
        </p:sp>
        <p:sp>
          <p:nvSpPr>
            <p:cNvPr name="TextBox 13" id="13"/>
            <p:cNvSpPr txBox="true"/>
            <p:nvPr/>
          </p:nvSpPr>
          <p:spPr>
            <a:xfrm>
              <a:off x="0" y="-57150"/>
              <a:ext cx="1359715" cy="245937"/>
            </a:xfrm>
            <a:prstGeom prst="rect">
              <a:avLst/>
            </a:prstGeom>
          </p:spPr>
          <p:txBody>
            <a:bodyPr anchor="ctr" rtlCol="false" tIns="50800" lIns="50800" bIns="50800" rIns="50800"/>
            <a:lstStyle/>
            <a:p>
              <a:pPr algn="ctr" marL="0" indent="0" lvl="0">
                <a:lnSpc>
                  <a:spcPts val="2520"/>
                </a:lnSpc>
                <a:spcBef>
                  <a:spcPct val="0"/>
                </a:spcBef>
              </a:pPr>
            </a:p>
          </p:txBody>
        </p:sp>
      </p:grpSp>
      <p:grpSp>
        <p:nvGrpSpPr>
          <p:cNvPr name="Group 14" id="14"/>
          <p:cNvGrpSpPr/>
          <p:nvPr/>
        </p:nvGrpSpPr>
        <p:grpSpPr>
          <a:xfrm rot="0">
            <a:off x="1353602" y="964094"/>
            <a:ext cx="1931304" cy="579623"/>
            <a:chOff x="0" y="0"/>
            <a:chExt cx="2575072" cy="772830"/>
          </a:xfrm>
        </p:grpSpPr>
        <p:sp>
          <p:nvSpPr>
            <p:cNvPr name="Freeform 15" id="15"/>
            <p:cNvSpPr/>
            <p:nvPr/>
          </p:nvSpPr>
          <p:spPr>
            <a:xfrm flipH="false" flipV="false" rot="0">
              <a:off x="0" y="0"/>
              <a:ext cx="772830" cy="772830"/>
            </a:xfrm>
            <a:custGeom>
              <a:avLst/>
              <a:gdLst/>
              <a:ahLst/>
              <a:cxnLst/>
              <a:rect r="r" b="b" t="t" l="l"/>
              <a:pathLst>
                <a:path h="772830" w="772830">
                  <a:moveTo>
                    <a:pt x="0" y="0"/>
                  </a:moveTo>
                  <a:lnTo>
                    <a:pt x="772830" y="0"/>
                  </a:lnTo>
                  <a:lnTo>
                    <a:pt x="772830" y="772830"/>
                  </a:lnTo>
                  <a:lnTo>
                    <a:pt x="0" y="772830"/>
                  </a:lnTo>
                  <a:lnTo>
                    <a:pt x="0" y="0"/>
                  </a:lnTo>
                  <a:close/>
                </a:path>
              </a:pathLst>
            </a:custGeom>
            <a:blipFill>
              <a:blip r:embed="rId2"/>
              <a:stretch>
                <a:fillRect l="0" t="0" r="0" b="0"/>
              </a:stretch>
            </a:blipFill>
          </p:spPr>
        </p:sp>
        <p:sp>
          <p:nvSpPr>
            <p:cNvPr name="TextBox 16" id="16"/>
            <p:cNvSpPr txBox="true"/>
            <p:nvPr/>
          </p:nvSpPr>
          <p:spPr>
            <a:xfrm rot="0">
              <a:off x="742420" y="214179"/>
              <a:ext cx="1832652" cy="428341"/>
            </a:xfrm>
            <a:prstGeom prst="rect">
              <a:avLst/>
            </a:prstGeom>
          </p:spPr>
          <p:txBody>
            <a:bodyPr anchor="t" rtlCol="false" tIns="0" lIns="0" bIns="0" rIns="0">
              <a:spAutoFit/>
            </a:bodyPr>
            <a:lstStyle/>
            <a:p>
              <a:pPr algn="l">
                <a:lnSpc>
                  <a:spcPts val="2301"/>
                </a:lnSpc>
              </a:pPr>
              <a:r>
                <a:rPr lang="en-US" sz="2150" b="true">
                  <a:solidFill>
                    <a:srgbClr val="FDFDFD"/>
                  </a:solidFill>
                  <a:latin typeface="Poppins Medium"/>
                  <a:ea typeface="Poppins Medium"/>
                  <a:cs typeface="Poppins Medium"/>
                  <a:sym typeface="Poppins Medium"/>
                </a:rPr>
                <a:t>LitScope</a:t>
              </a:r>
            </a:p>
          </p:txBody>
        </p:sp>
      </p:grpSp>
      <p:grpSp>
        <p:nvGrpSpPr>
          <p:cNvPr name="Group 17" id="17"/>
          <p:cNvGrpSpPr>
            <a:grpSpLocks noChangeAspect="true"/>
          </p:cNvGrpSpPr>
          <p:nvPr/>
        </p:nvGrpSpPr>
        <p:grpSpPr>
          <a:xfrm rot="0">
            <a:off x="8624820" y="3386856"/>
            <a:ext cx="9520748" cy="5460986"/>
            <a:chOff x="0" y="0"/>
            <a:chExt cx="7981950" cy="4578350"/>
          </a:xfrm>
        </p:grpSpPr>
        <p:sp>
          <p:nvSpPr>
            <p:cNvPr name="Freeform 18" id="18"/>
            <p:cNvSpPr/>
            <p:nvPr/>
          </p:nvSpPr>
          <p:spPr>
            <a:xfrm flipH="false" flipV="false" rot="0">
              <a:off x="765810" y="21590"/>
              <a:ext cx="6451600" cy="4326890"/>
            </a:xfrm>
            <a:custGeom>
              <a:avLst/>
              <a:gdLst/>
              <a:ahLst/>
              <a:cxnLst/>
              <a:rect r="r" b="b" t="t" l="l"/>
              <a:pathLst>
                <a:path h="4326890" w="6451600">
                  <a:moveTo>
                    <a:pt x="6224270" y="0"/>
                  </a:moveTo>
                  <a:lnTo>
                    <a:pt x="226060" y="0"/>
                  </a:lnTo>
                  <a:cubicBezTo>
                    <a:pt x="101600" y="0"/>
                    <a:pt x="0" y="101600"/>
                    <a:pt x="0" y="226060"/>
                  </a:cubicBezTo>
                  <a:lnTo>
                    <a:pt x="0" y="4326890"/>
                  </a:lnTo>
                  <a:lnTo>
                    <a:pt x="6451601" y="4326890"/>
                  </a:lnTo>
                  <a:lnTo>
                    <a:pt x="6451601" y="226060"/>
                  </a:lnTo>
                  <a:cubicBezTo>
                    <a:pt x="6450331" y="101600"/>
                    <a:pt x="6348731" y="0"/>
                    <a:pt x="6224270" y="0"/>
                  </a:cubicBezTo>
                  <a:close/>
                  <a:moveTo>
                    <a:pt x="6252210" y="4043680"/>
                  </a:moveTo>
                  <a:lnTo>
                    <a:pt x="196851" y="4043680"/>
                  </a:lnTo>
                  <a:lnTo>
                    <a:pt x="196851" y="255270"/>
                  </a:lnTo>
                  <a:lnTo>
                    <a:pt x="6252210" y="255270"/>
                  </a:lnTo>
                  <a:lnTo>
                    <a:pt x="6252210" y="4043680"/>
                  </a:lnTo>
                  <a:close/>
                </a:path>
              </a:pathLst>
            </a:custGeom>
            <a:solidFill>
              <a:srgbClr val="171616"/>
            </a:solidFill>
          </p:spPr>
        </p:sp>
        <p:sp>
          <p:nvSpPr>
            <p:cNvPr name="Freeform 19" id="19"/>
            <p:cNvSpPr/>
            <p:nvPr/>
          </p:nvSpPr>
          <p:spPr>
            <a:xfrm flipH="false" flipV="false" rot="0">
              <a:off x="0" y="0"/>
              <a:ext cx="7981950" cy="4542790"/>
            </a:xfrm>
            <a:custGeom>
              <a:avLst/>
              <a:gdLst/>
              <a:ahLst/>
              <a:cxnLst/>
              <a:rect r="r" b="b" t="t" l="l"/>
              <a:pathLst>
                <a:path h="4542790" w="7981950">
                  <a:moveTo>
                    <a:pt x="7239000" y="4348480"/>
                  </a:moveTo>
                  <a:lnTo>
                    <a:pt x="7239000" y="243840"/>
                  </a:lnTo>
                  <a:cubicBezTo>
                    <a:pt x="7239000" y="109220"/>
                    <a:pt x="7129780" y="0"/>
                    <a:pt x="6995160" y="0"/>
                  </a:cubicBezTo>
                  <a:lnTo>
                    <a:pt x="985520" y="0"/>
                  </a:lnTo>
                  <a:cubicBezTo>
                    <a:pt x="852170" y="0"/>
                    <a:pt x="742950" y="109220"/>
                    <a:pt x="742950" y="243840"/>
                  </a:cubicBezTo>
                  <a:lnTo>
                    <a:pt x="742950" y="4349750"/>
                  </a:lnTo>
                  <a:lnTo>
                    <a:pt x="0" y="4349750"/>
                  </a:lnTo>
                  <a:lnTo>
                    <a:pt x="0" y="4447540"/>
                  </a:lnTo>
                  <a:cubicBezTo>
                    <a:pt x="0" y="4500880"/>
                    <a:pt x="43180" y="4542790"/>
                    <a:pt x="95250" y="4542790"/>
                  </a:cubicBezTo>
                  <a:lnTo>
                    <a:pt x="7886700" y="4542790"/>
                  </a:lnTo>
                  <a:cubicBezTo>
                    <a:pt x="7940040" y="4542790"/>
                    <a:pt x="7981950" y="4499610"/>
                    <a:pt x="7981950" y="4447540"/>
                  </a:cubicBezTo>
                  <a:lnTo>
                    <a:pt x="7981950" y="4349750"/>
                  </a:lnTo>
                  <a:lnTo>
                    <a:pt x="7239000" y="4349750"/>
                  </a:lnTo>
                  <a:close/>
                  <a:moveTo>
                    <a:pt x="4519930" y="4348480"/>
                  </a:moveTo>
                  <a:lnTo>
                    <a:pt x="4519930" y="4349750"/>
                  </a:lnTo>
                  <a:cubicBezTo>
                    <a:pt x="4519930" y="4403090"/>
                    <a:pt x="4476750" y="4445000"/>
                    <a:pt x="4424680" y="4445000"/>
                  </a:cubicBezTo>
                  <a:lnTo>
                    <a:pt x="3557270" y="4445000"/>
                  </a:lnTo>
                  <a:cubicBezTo>
                    <a:pt x="3503930" y="4445000"/>
                    <a:pt x="3462020" y="4401820"/>
                    <a:pt x="3462020" y="4349750"/>
                  </a:cubicBezTo>
                  <a:lnTo>
                    <a:pt x="3462020" y="4348480"/>
                  </a:lnTo>
                  <a:lnTo>
                    <a:pt x="765810" y="4348480"/>
                  </a:lnTo>
                  <a:lnTo>
                    <a:pt x="765810" y="247650"/>
                  </a:lnTo>
                  <a:cubicBezTo>
                    <a:pt x="765810" y="123190"/>
                    <a:pt x="867410" y="21590"/>
                    <a:pt x="991870" y="21590"/>
                  </a:cubicBezTo>
                  <a:lnTo>
                    <a:pt x="6990080" y="21590"/>
                  </a:lnTo>
                  <a:cubicBezTo>
                    <a:pt x="7114539" y="21590"/>
                    <a:pt x="7216139" y="123190"/>
                    <a:pt x="7216139" y="247650"/>
                  </a:cubicBezTo>
                  <a:lnTo>
                    <a:pt x="7216139" y="4348480"/>
                  </a:lnTo>
                  <a:lnTo>
                    <a:pt x="4519930" y="4348480"/>
                  </a:lnTo>
                  <a:close/>
                </a:path>
              </a:pathLst>
            </a:custGeom>
            <a:solidFill>
              <a:srgbClr val="968CE4"/>
            </a:solidFill>
          </p:spPr>
        </p:sp>
        <p:sp>
          <p:nvSpPr>
            <p:cNvPr name="Freeform 20" id="20"/>
            <p:cNvSpPr/>
            <p:nvPr/>
          </p:nvSpPr>
          <p:spPr>
            <a:xfrm flipH="false" flipV="false" rot="0">
              <a:off x="3460750" y="4349750"/>
              <a:ext cx="1059180" cy="96520"/>
            </a:xfrm>
            <a:custGeom>
              <a:avLst/>
              <a:gdLst/>
              <a:ahLst/>
              <a:cxnLst/>
              <a:rect r="r" b="b" t="t" l="l"/>
              <a:pathLst>
                <a:path h="96520" w="1059180">
                  <a:moveTo>
                    <a:pt x="96520" y="96520"/>
                  </a:moveTo>
                  <a:lnTo>
                    <a:pt x="963930" y="96520"/>
                  </a:lnTo>
                  <a:cubicBezTo>
                    <a:pt x="1017270" y="96520"/>
                    <a:pt x="1059180" y="53340"/>
                    <a:pt x="1059180" y="1270"/>
                  </a:cubicBezTo>
                  <a:lnTo>
                    <a:pt x="1059180" y="0"/>
                  </a:lnTo>
                  <a:lnTo>
                    <a:pt x="0" y="0"/>
                  </a:lnTo>
                  <a:lnTo>
                    <a:pt x="0" y="1270"/>
                  </a:lnTo>
                  <a:cubicBezTo>
                    <a:pt x="0" y="53340"/>
                    <a:pt x="43180" y="96520"/>
                    <a:pt x="96520" y="96520"/>
                  </a:cubicBezTo>
                  <a:close/>
                </a:path>
              </a:pathLst>
            </a:custGeom>
            <a:solidFill>
              <a:srgbClr val="6B64B8"/>
            </a:solidFill>
          </p:spPr>
        </p:sp>
        <p:sp>
          <p:nvSpPr>
            <p:cNvPr name="Freeform 21" id="21"/>
            <p:cNvSpPr/>
            <p:nvPr/>
          </p:nvSpPr>
          <p:spPr>
            <a:xfrm flipH="false" flipV="false" rot="0">
              <a:off x="163830" y="4542790"/>
              <a:ext cx="7654290" cy="35560"/>
            </a:xfrm>
            <a:custGeom>
              <a:avLst/>
              <a:gdLst/>
              <a:ahLst/>
              <a:cxnLst/>
              <a:rect r="r" b="b" t="t" l="l"/>
              <a:pathLst>
                <a:path h="35560" w="7654290">
                  <a:moveTo>
                    <a:pt x="0" y="0"/>
                  </a:moveTo>
                  <a:cubicBezTo>
                    <a:pt x="0" y="20320"/>
                    <a:pt x="16510" y="35560"/>
                    <a:pt x="35560" y="35560"/>
                  </a:cubicBezTo>
                  <a:lnTo>
                    <a:pt x="7618730" y="35560"/>
                  </a:lnTo>
                  <a:cubicBezTo>
                    <a:pt x="7639050" y="35560"/>
                    <a:pt x="7654290" y="19050"/>
                    <a:pt x="7654290" y="0"/>
                  </a:cubicBezTo>
                  <a:lnTo>
                    <a:pt x="0" y="0"/>
                  </a:lnTo>
                  <a:close/>
                </a:path>
              </a:pathLst>
            </a:custGeom>
            <a:solidFill>
              <a:srgbClr val="6B64B8"/>
            </a:solidFill>
          </p:spPr>
        </p:sp>
        <p:sp>
          <p:nvSpPr>
            <p:cNvPr name="Freeform 22" id="22"/>
            <p:cNvSpPr/>
            <p:nvPr/>
          </p:nvSpPr>
          <p:spPr>
            <a:xfrm flipH="false" flipV="false" rot="0">
              <a:off x="962660" y="276860"/>
              <a:ext cx="6055360" cy="3789680"/>
            </a:xfrm>
            <a:custGeom>
              <a:avLst/>
              <a:gdLst/>
              <a:ahLst/>
              <a:cxnLst/>
              <a:rect r="r" b="b" t="t" l="l"/>
              <a:pathLst>
                <a:path h="3789680" w="6055360">
                  <a:moveTo>
                    <a:pt x="0" y="0"/>
                  </a:moveTo>
                  <a:lnTo>
                    <a:pt x="6055360" y="0"/>
                  </a:lnTo>
                  <a:lnTo>
                    <a:pt x="6055360" y="3789680"/>
                  </a:lnTo>
                  <a:lnTo>
                    <a:pt x="0" y="3789680"/>
                  </a:lnTo>
                  <a:close/>
                </a:path>
              </a:pathLst>
            </a:custGeom>
            <a:blipFill>
              <a:blip r:embed="rId3"/>
              <a:stretch>
                <a:fillRect l="0" t="0" r="-26548" b="0"/>
              </a:stretch>
            </a:blipFill>
          </p:spPr>
        </p:sp>
      </p:grpSp>
      <p:sp>
        <p:nvSpPr>
          <p:cNvPr name="TextBox 23" id="23"/>
          <p:cNvSpPr txBox="true"/>
          <p:nvPr/>
        </p:nvSpPr>
        <p:spPr>
          <a:xfrm rot="0">
            <a:off x="1353602" y="1841196"/>
            <a:ext cx="6580386" cy="2123876"/>
          </a:xfrm>
          <a:prstGeom prst="rect">
            <a:avLst/>
          </a:prstGeom>
        </p:spPr>
        <p:txBody>
          <a:bodyPr anchor="t" rtlCol="false" tIns="0" lIns="0" bIns="0" rIns="0">
            <a:spAutoFit/>
          </a:bodyPr>
          <a:lstStyle/>
          <a:p>
            <a:pPr algn="l">
              <a:lnSpc>
                <a:spcPts val="8024"/>
              </a:lnSpc>
            </a:pPr>
            <a:r>
              <a:rPr lang="en-US" sz="7499" b="true">
                <a:solidFill>
                  <a:srgbClr val="FDFDFD"/>
                </a:solidFill>
                <a:latin typeface="Poppins Bold"/>
                <a:ea typeface="Poppins Bold"/>
                <a:cs typeface="Poppins Bold"/>
                <a:sym typeface="Poppins Bold"/>
              </a:rPr>
              <a:t>Track Your Progress</a:t>
            </a:r>
          </a:p>
        </p:txBody>
      </p:sp>
      <p:sp>
        <p:nvSpPr>
          <p:cNvPr name="TextBox 24" id="24"/>
          <p:cNvSpPr txBox="true"/>
          <p:nvPr/>
        </p:nvSpPr>
        <p:spPr>
          <a:xfrm rot="0">
            <a:off x="9688080" y="1049992"/>
            <a:ext cx="1074634" cy="349989"/>
          </a:xfrm>
          <a:prstGeom prst="rect">
            <a:avLst/>
          </a:prstGeom>
        </p:spPr>
        <p:txBody>
          <a:bodyPr anchor="t" rtlCol="false" tIns="0" lIns="0" bIns="0" rIns="0">
            <a:spAutoFit/>
          </a:bodyPr>
          <a:lstStyle/>
          <a:p>
            <a:pPr algn="ctr">
              <a:lnSpc>
                <a:spcPts val="2753"/>
              </a:lnSpc>
            </a:pPr>
            <a:r>
              <a:rPr lang="en-US" sz="1967">
                <a:solidFill>
                  <a:srgbClr val="FDFDFD"/>
                </a:solidFill>
                <a:latin typeface="Poppins"/>
                <a:ea typeface="Poppins"/>
                <a:cs typeface="Poppins"/>
                <a:sym typeface="Poppins"/>
              </a:rPr>
              <a:t>Home</a:t>
            </a:r>
          </a:p>
        </p:txBody>
      </p:sp>
      <p:sp>
        <p:nvSpPr>
          <p:cNvPr name="TextBox 25" id="25"/>
          <p:cNvSpPr txBox="true"/>
          <p:nvPr/>
        </p:nvSpPr>
        <p:spPr>
          <a:xfrm rot="0">
            <a:off x="11491323" y="1049992"/>
            <a:ext cx="1446373" cy="349989"/>
          </a:xfrm>
          <a:prstGeom prst="rect">
            <a:avLst/>
          </a:prstGeom>
        </p:spPr>
        <p:txBody>
          <a:bodyPr anchor="t" rtlCol="false" tIns="0" lIns="0" bIns="0" rIns="0">
            <a:spAutoFit/>
          </a:bodyPr>
          <a:lstStyle/>
          <a:p>
            <a:pPr algn="ctr">
              <a:lnSpc>
                <a:spcPts val="2753"/>
              </a:lnSpc>
            </a:pPr>
            <a:r>
              <a:rPr lang="en-US" sz="1967">
                <a:solidFill>
                  <a:srgbClr val="FDFDFD"/>
                </a:solidFill>
                <a:latin typeface="Poppins"/>
                <a:ea typeface="Poppins"/>
                <a:cs typeface="Poppins"/>
                <a:sym typeface="Poppins"/>
              </a:rPr>
              <a:t>Profile</a:t>
            </a:r>
          </a:p>
        </p:txBody>
      </p:sp>
      <p:sp>
        <p:nvSpPr>
          <p:cNvPr name="TextBox 26" id="26"/>
          <p:cNvSpPr txBox="true"/>
          <p:nvPr/>
        </p:nvSpPr>
        <p:spPr>
          <a:xfrm rot="0">
            <a:off x="13666306" y="1049992"/>
            <a:ext cx="1218869" cy="349989"/>
          </a:xfrm>
          <a:prstGeom prst="rect">
            <a:avLst/>
          </a:prstGeom>
        </p:spPr>
        <p:txBody>
          <a:bodyPr anchor="t" rtlCol="false" tIns="0" lIns="0" bIns="0" rIns="0">
            <a:spAutoFit/>
          </a:bodyPr>
          <a:lstStyle/>
          <a:p>
            <a:pPr algn="ctr">
              <a:lnSpc>
                <a:spcPts val="2753"/>
              </a:lnSpc>
            </a:pPr>
            <a:r>
              <a:rPr lang="en-US" sz="1967">
                <a:solidFill>
                  <a:srgbClr val="FDFDFD"/>
                </a:solidFill>
                <a:latin typeface="Poppins"/>
                <a:ea typeface="Poppins"/>
                <a:cs typeface="Poppins"/>
                <a:sym typeface="Poppins"/>
              </a:rPr>
              <a:t>My Clubs</a:t>
            </a:r>
          </a:p>
        </p:txBody>
      </p:sp>
      <p:sp>
        <p:nvSpPr>
          <p:cNvPr name="TextBox 27" id="27"/>
          <p:cNvSpPr txBox="true"/>
          <p:nvPr/>
        </p:nvSpPr>
        <p:spPr>
          <a:xfrm rot="0">
            <a:off x="15613784" y="1049992"/>
            <a:ext cx="1281321" cy="349989"/>
          </a:xfrm>
          <a:prstGeom prst="rect">
            <a:avLst/>
          </a:prstGeom>
        </p:spPr>
        <p:txBody>
          <a:bodyPr anchor="t" rtlCol="false" tIns="0" lIns="0" bIns="0" rIns="0">
            <a:spAutoFit/>
          </a:bodyPr>
          <a:lstStyle/>
          <a:p>
            <a:pPr algn="ctr">
              <a:lnSpc>
                <a:spcPts val="2753"/>
              </a:lnSpc>
            </a:pPr>
            <a:r>
              <a:rPr lang="en-US" sz="1967">
                <a:solidFill>
                  <a:srgbClr val="DC6C6C"/>
                </a:solidFill>
                <a:latin typeface="Poppins"/>
                <a:ea typeface="Poppins"/>
                <a:cs typeface="Poppins"/>
                <a:sym typeface="Poppins"/>
              </a:rPr>
              <a:t>Log Out</a:t>
            </a:r>
          </a:p>
        </p:txBody>
      </p:sp>
      <p:sp>
        <p:nvSpPr>
          <p:cNvPr name="TextBox 28" id="28"/>
          <p:cNvSpPr txBox="true"/>
          <p:nvPr/>
        </p:nvSpPr>
        <p:spPr>
          <a:xfrm rot="0">
            <a:off x="1353602" y="4983327"/>
            <a:ext cx="5198862" cy="1149985"/>
          </a:xfrm>
          <a:prstGeom prst="rect">
            <a:avLst/>
          </a:prstGeom>
        </p:spPr>
        <p:txBody>
          <a:bodyPr anchor="t" rtlCol="false" tIns="0" lIns="0" bIns="0" rIns="0">
            <a:spAutoFit/>
          </a:bodyPr>
          <a:lstStyle/>
          <a:p>
            <a:pPr algn="l" marL="0" indent="0" lvl="0">
              <a:lnSpc>
                <a:spcPts val="3020"/>
              </a:lnSpc>
            </a:pPr>
            <a:r>
              <a:rPr lang="en-US" sz="2000">
                <a:solidFill>
                  <a:srgbClr val="FDFDFD"/>
                </a:solidFill>
                <a:latin typeface="Poppins"/>
                <a:ea typeface="Poppins"/>
                <a:cs typeface="Poppins"/>
                <a:sym typeface="Poppins"/>
              </a:rPr>
              <a:t>Track your reading journey, set goals, and celebrate milestones with your book club members.</a:t>
            </a:r>
          </a:p>
        </p:txBody>
      </p:sp>
      <p:sp>
        <p:nvSpPr>
          <p:cNvPr name="TextBox 29" id="29"/>
          <p:cNvSpPr txBox="true"/>
          <p:nvPr/>
        </p:nvSpPr>
        <p:spPr>
          <a:xfrm rot="0">
            <a:off x="2648509" y="8021707"/>
            <a:ext cx="3457014" cy="387985"/>
          </a:xfrm>
          <a:prstGeom prst="rect">
            <a:avLst/>
          </a:prstGeom>
        </p:spPr>
        <p:txBody>
          <a:bodyPr anchor="t" rtlCol="false" tIns="0" lIns="0" bIns="0" rIns="0">
            <a:spAutoFit/>
          </a:bodyPr>
          <a:lstStyle/>
          <a:p>
            <a:pPr algn="l" marL="0" indent="0" lvl="0">
              <a:lnSpc>
                <a:spcPts val="3020"/>
              </a:lnSpc>
            </a:pPr>
            <a:r>
              <a:rPr lang="en-US" sz="2000" u="sng">
                <a:solidFill>
                  <a:srgbClr val="FDFDFD"/>
                </a:solidFill>
                <a:latin typeface="Poppins"/>
                <a:ea typeface="Poppins"/>
                <a:cs typeface="Poppins"/>
                <a:sym typeface="Poppins"/>
                <a:hlinkClick r:id="rId4" tooltip="http://litscope.vercel.app"/>
              </a:rPr>
              <a:t>www.litscope.vercel.app</a:t>
            </a:r>
          </a:p>
        </p:txBody>
      </p:sp>
    </p:spTree>
  </p:cSld>
  <p:clrMapOvr>
    <a:masterClrMapping/>
  </p:clrMapOvr>
  <p:transition spd="slow">
    <p:push dir="l"/>
  </p:transition>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71616"/>
        </a:solidFill>
      </p:bgPr>
    </p:bg>
    <p:spTree>
      <p:nvGrpSpPr>
        <p:cNvPr id="1" name=""/>
        <p:cNvGrpSpPr/>
        <p:nvPr/>
      </p:nvGrpSpPr>
      <p:grpSpPr>
        <a:xfrm>
          <a:off x="0" y="0"/>
          <a:ext cx="0" cy="0"/>
          <a:chOff x="0" y="0"/>
          <a:chExt cx="0" cy="0"/>
        </a:xfrm>
      </p:grpSpPr>
      <p:grpSp>
        <p:nvGrpSpPr>
          <p:cNvPr name="Group 2" id="2"/>
          <p:cNvGrpSpPr/>
          <p:nvPr/>
        </p:nvGrpSpPr>
        <p:grpSpPr>
          <a:xfrm rot="524141">
            <a:off x="-720571" y="-1702946"/>
            <a:ext cx="4544240" cy="5877852"/>
            <a:chOff x="0" y="0"/>
            <a:chExt cx="665246" cy="860478"/>
          </a:xfrm>
        </p:grpSpPr>
        <p:sp>
          <p:nvSpPr>
            <p:cNvPr name="Freeform 3" id="3"/>
            <p:cNvSpPr/>
            <p:nvPr/>
          </p:nvSpPr>
          <p:spPr>
            <a:xfrm flipH="false" flipV="false" rot="0">
              <a:off x="0" y="0"/>
              <a:ext cx="665246" cy="860478"/>
            </a:xfrm>
            <a:custGeom>
              <a:avLst/>
              <a:gdLst/>
              <a:ahLst/>
              <a:cxnLst/>
              <a:rect r="r" b="b" t="t" l="l"/>
              <a:pathLst>
                <a:path h="860478" w="665246">
                  <a:moveTo>
                    <a:pt x="115850" y="0"/>
                  </a:moveTo>
                  <a:lnTo>
                    <a:pt x="549396" y="0"/>
                  </a:lnTo>
                  <a:cubicBezTo>
                    <a:pt x="580122" y="0"/>
                    <a:pt x="609588" y="12206"/>
                    <a:pt x="631315" y="33932"/>
                  </a:cubicBezTo>
                  <a:cubicBezTo>
                    <a:pt x="653041" y="55658"/>
                    <a:pt x="665246" y="85125"/>
                    <a:pt x="665246" y="115850"/>
                  </a:cubicBezTo>
                  <a:lnTo>
                    <a:pt x="665246" y="744628"/>
                  </a:lnTo>
                  <a:cubicBezTo>
                    <a:pt x="665246" y="808610"/>
                    <a:pt x="613378" y="860478"/>
                    <a:pt x="549396" y="860478"/>
                  </a:cubicBezTo>
                  <a:lnTo>
                    <a:pt x="115850" y="860478"/>
                  </a:lnTo>
                  <a:cubicBezTo>
                    <a:pt x="51868" y="860478"/>
                    <a:pt x="0" y="808610"/>
                    <a:pt x="0" y="744628"/>
                  </a:cubicBezTo>
                  <a:lnTo>
                    <a:pt x="0" y="115850"/>
                  </a:lnTo>
                  <a:cubicBezTo>
                    <a:pt x="0" y="51868"/>
                    <a:pt x="51868" y="0"/>
                    <a:pt x="115850" y="0"/>
                  </a:cubicBezTo>
                  <a:close/>
                </a:path>
              </a:pathLst>
            </a:custGeom>
            <a:solidFill>
              <a:srgbClr val="514C9D"/>
            </a:solidFill>
          </p:spPr>
        </p:sp>
        <p:sp>
          <p:nvSpPr>
            <p:cNvPr name="TextBox 4" id="4"/>
            <p:cNvSpPr txBox="true"/>
            <p:nvPr/>
          </p:nvSpPr>
          <p:spPr>
            <a:xfrm>
              <a:off x="0" y="-57150"/>
              <a:ext cx="665246" cy="91762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524141">
            <a:off x="11729743" y="4532546"/>
            <a:ext cx="7307079" cy="9451509"/>
            <a:chOff x="0" y="0"/>
            <a:chExt cx="665246" cy="860478"/>
          </a:xfrm>
        </p:grpSpPr>
        <p:sp>
          <p:nvSpPr>
            <p:cNvPr name="Freeform 6" id="6"/>
            <p:cNvSpPr/>
            <p:nvPr/>
          </p:nvSpPr>
          <p:spPr>
            <a:xfrm flipH="false" flipV="false" rot="0">
              <a:off x="0" y="0"/>
              <a:ext cx="665246" cy="860478"/>
            </a:xfrm>
            <a:custGeom>
              <a:avLst/>
              <a:gdLst/>
              <a:ahLst/>
              <a:cxnLst/>
              <a:rect r="r" b="b" t="t" l="l"/>
              <a:pathLst>
                <a:path h="860478" w="665246">
                  <a:moveTo>
                    <a:pt x="72047" y="0"/>
                  </a:moveTo>
                  <a:lnTo>
                    <a:pt x="593200" y="0"/>
                  </a:lnTo>
                  <a:cubicBezTo>
                    <a:pt x="612308" y="0"/>
                    <a:pt x="630633" y="7591"/>
                    <a:pt x="644144" y="21102"/>
                  </a:cubicBezTo>
                  <a:cubicBezTo>
                    <a:pt x="657656" y="34613"/>
                    <a:pt x="665246" y="52939"/>
                    <a:pt x="665246" y="72047"/>
                  </a:cubicBezTo>
                  <a:lnTo>
                    <a:pt x="665246" y="788431"/>
                  </a:lnTo>
                  <a:cubicBezTo>
                    <a:pt x="665246" y="807539"/>
                    <a:pt x="657656" y="825865"/>
                    <a:pt x="644144" y="839376"/>
                  </a:cubicBezTo>
                  <a:cubicBezTo>
                    <a:pt x="630633" y="852887"/>
                    <a:pt x="612308" y="860478"/>
                    <a:pt x="593200" y="860478"/>
                  </a:cubicBezTo>
                  <a:lnTo>
                    <a:pt x="72047" y="860478"/>
                  </a:lnTo>
                  <a:cubicBezTo>
                    <a:pt x="52939" y="860478"/>
                    <a:pt x="34613" y="852887"/>
                    <a:pt x="21102" y="839376"/>
                  </a:cubicBezTo>
                  <a:cubicBezTo>
                    <a:pt x="7591" y="825865"/>
                    <a:pt x="0" y="807539"/>
                    <a:pt x="0" y="788431"/>
                  </a:cubicBezTo>
                  <a:lnTo>
                    <a:pt x="0" y="72047"/>
                  </a:lnTo>
                  <a:cubicBezTo>
                    <a:pt x="0" y="52939"/>
                    <a:pt x="7591" y="34613"/>
                    <a:pt x="21102" y="21102"/>
                  </a:cubicBezTo>
                  <a:cubicBezTo>
                    <a:pt x="34613" y="7591"/>
                    <a:pt x="52939" y="0"/>
                    <a:pt x="72047" y="0"/>
                  </a:cubicBezTo>
                  <a:close/>
                </a:path>
              </a:pathLst>
            </a:custGeom>
            <a:solidFill>
              <a:srgbClr val="514C9D"/>
            </a:solidFill>
          </p:spPr>
        </p:sp>
        <p:sp>
          <p:nvSpPr>
            <p:cNvPr name="TextBox 7" id="7"/>
            <p:cNvSpPr txBox="true"/>
            <p:nvPr/>
          </p:nvSpPr>
          <p:spPr>
            <a:xfrm>
              <a:off x="0" y="-57150"/>
              <a:ext cx="665246" cy="917628"/>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9449703" y="1042777"/>
            <a:ext cx="1551389" cy="422257"/>
            <a:chOff x="0" y="0"/>
            <a:chExt cx="531257" cy="144598"/>
          </a:xfrm>
        </p:grpSpPr>
        <p:sp>
          <p:nvSpPr>
            <p:cNvPr name="Freeform 9" id="9"/>
            <p:cNvSpPr/>
            <p:nvPr/>
          </p:nvSpPr>
          <p:spPr>
            <a:xfrm flipH="false" flipV="false" rot="0">
              <a:off x="0" y="0"/>
              <a:ext cx="531257" cy="144598"/>
            </a:xfrm>
            <a:custGeom>
              <a:avLst/>
              <a:gdLst/>
              <a:ahLst/>
              <a:cxnLst/>
              <a:rect r="r" b="b" t="t" l="l"/>
              <a:pathLst>
                <a:path h="144598" w="531257">
                  <a:moveTo>
                    <a:pt x="49903" y="0"/>
                  </a:moveTo>
                  <a:lnTo>
                    <a:pt x="481354" y="0"/>
                  </a:lnTo>
                  <a:cubicBezTo>
                    <a:pt x="508915" y="0"/>
                    <a:pt x="531257" y="22342"/>
                    <a:pt x="531257" y="49903"/>
                  </a:cubicBezTo>
                  <a:lnTo>
                    <a:pt x="531257" y="94694"/>
                  </a:lnTo>
                  <a:cubicBezTo>
                    <a:pt x="531257" y="122255"/>
                    <a:pt x="508915" y="144598"/>
                    <a:pt x="481354" y="144598"/>
                  </a:cubicBezTo>
                  <a:lnTo>
                    <a:pt x="49903" y="144598"/>
                  </a:lnTo>
                  <a:cubicBezTo>
                    <a:pt x="36668" y="144598"/>
                    <a:pt x="23975" y="139340"/>
                    <a:pt x="14616" y="129981"/>
                  </a:cubicBezTo>
                  <a:cubicBezTo>
                    <a:pt x="5258" y="120623"/>
                    <a:pt x="0" y="107930"/>
                    <a:pt x="0" y="94694"/>
                  </a:cubicBezTo>
                  <a:lnTo>
                    <a:pt x="0" y="49903"/>
                  </a:lnTo>
                  <a:cubicBezTo>
                    <a:pt x="0" y="22342"/>
                    <a:pt x="22342" y="0"/>
                    <a:pt x="49903" y="0"/>
                  </a:cubicBezTo>
                  <a:close/>
                </a:path>
              </a:pathLst>
            </a:custGeom>
            <a:solidFill>
              <a:srgbClr val="7B72C8"/>
            </a:solidFill>
            <a:ln cap="sq">
              <a:noFill/>
              <a:prstDash val="solid"/>
              <a:miter/>
            </a:ln>
          </p:spPr>
        </p:sp>
        <p:sp>
          <p:nvSpPr>
            <p:cNvPr name="TextBox 10" id="10"/>
            <p:cNvSpPr txBox="true"/>
            <p:nvPr/>
          </p:nvSpPr>
          <p:spPr>
            <a:xfrm>
              <a:off x="0" y="-57150"/>
              <a:ext cx="531257" cy="201748"/>
            </a:xfrm>
            <a:prstGeom prst="rect">
              <a:avLst/>
            </a:prstGeom>
          </p:spPr>
          <p:txBody>
            <a:bodyPr anchor="ctr" rtlCol="false" tIns="50800" lIns="50800" bIns="50800" rIns="50800"/>
            <a:lstStyle/>
            <a:p>
              <a:pPr algn="ctr" marL="0" indent="0" lvl="0">
                <a:lnSpc>
                  <a:spcPts val="2520"/>
                </a:lnSpc>
                <a:spcBef>
                  <a:spcPct val="0"/>
                </a:spcBef>
              </a:pPr>
            </a:p>
          </p:txBody>
        </p:sp>
      </p:grpSp>
      <p:grpSp>
        <p:nvGrpSpPr>
          <p:cNvPr name="Group 11" id="11"/>
          <p:cNvGrpSpPr/>
          <p:nvPr/>
        </p:nvGrpSpPr>
        <p:grpSpPr>
          <a:xfrm rot="0">
            <a:off x="2258331" y="7982912"/>
            <a:ext cx="3970670" cy="551300"/>
            <a:chOff x="0" y="0"/>
            <a:chExt cx="1359715" cy="188787"/>
          </a:xfrm>
        </p:grpSpPr>
        <p:sp>
          <p:nvSpPr>
            <p:cNvPr name="Freeform 12" id="12"/>
            <p:cNvSpPr/>
            <p:nvPr/>
          </p:nvSpPr>
          <p:spPr>
            <a:xfrm flipH="false" flipV="false" rot="0">
              <a:off x="0" y="0"/>
              <a:ext cx="1359715" cy="188787"/>
            </a:xfrm>
            <a:custGeom>
              <a:avLst/>
              <a:gdLst/>
              <a:ahLst/>
              <a:cxnLst/>
              <a:rect r="r" b="b" t="t" l="l"/>
              <a:pathLst>
                <a:path h="188787" w="1359715">
                  <a:moveTo>
                    <a:pt x="19498" y="0"/>
                  </a:moveTo>
                  <a:lnTo>
                    <a:pt x="1340217" y="0"/>
                  </a:lnTo>
                  <a:cubicBezTo>
                    <a:pt x="1345388" y="0"/>
                    <a:pt x="1350348" y="2054"/>
                    <a:pt x="1354004" y="5711"/>
                  </a:cubicBezTo>
                  <a:cubicBezTo>
                    <a:pt x="1357661" y="9367"/>
                    <a:pt x="1359715" y="14327"/>
                    <a:pt x="1359715" y="19498"/>
                  </a:cubicBezTo>
                  <a:lnTo>
                    <a:pt x="1359715" y="169289"/>
                  </a:lnTo>
                  <a:cubicBezTo>
                    <a:pt x="1359715" y="180058"/>
                    <a:pt x="1350985" y="188787"/>
                    <a:pt x="1340217" y="188787"/>
                  </a:cubicBezTo>
                  <a:lnTo>
                    <a:pt x="19498" y="188787"/>
                  </a:lnTo>
                  <a:cubicBezTo>
                    <a:pt x="8729" y="188787"/>
                    <a:pt x="0" y="180058"/>
                    <a:pt x="0" y="169289"/>
                  </a:cubicBezTo>
                  <a:lnTo>
                    <a:pt x="0" y="19498"/>
                  </a:lnTo>
                  <a:cubicBezTo>
                    <a:pt x="0" y="8729"/>
                    <a:pt x="8729" y="0"/>
                    <a:pt x="19498" y="0"/>
                  </a:cubicBezTo>
                  <a:close/>
                </a:path>
              </a:pathLst>
            </a:custGeom>
            <a:solidFill>
              <a:srgbClr val="514C9D"/>
            </a:solidFill>
            <a:ln cap="sq">
              <a:noFill/>
              <a:prstDash val="solid"/>
              <a:miter/>
            </a:ln>
          </p:spPr>
        </p:sp>
        <p:sp>
          <p:nvSpPr>
            <p:cNvPr name="TextBox 13" id="13"/>
            <p:cNvSpPr txBox="true"/>
            <p:nvPr/>
          </p:nvSpPr>
          <p:spPr>
            <a:xfrm>
              <a:off x="0" y="-57150"/>
              <a:ext cx="1359715" cy="245937"/>
            </a:xfrm>
            <a:prstGeom prst="rect">
              <a:avLst/>
            </a:prstGeom>
          </p:spPr>
          <p:txBody>
            <a:bodyPr anchor="ctr" rtlCol="false" tIns="50800" lIns="50800" bIns="50800" rIns="50800"/>
            <a:lstStyle/>
            <a:p>
              <a:pPr algn="ctr" marL="0" indent="0" lvl="0">
                <a:lnSpc>
                  <a:spcPts val="2520"/>
                </a:lnSpc>
                <a:spcBef>
                  <a:spcPct val="0"/>
                </a:spcBef>
              </a:pPr>
            </a:p>
          </p:txBody>
        </p:sp>
      </p:grpSp>
      <p:grpSp>
        <p:nvGrpSpPr>
          <p:cNvPr name="Group 14" id="14"/>
          <p:cNvGrpSpPr/>
          <p:nvPr/>
        </p:nvGrpSpPr>
        <p:grpSpPr>
          <a:xfrm rot="0">
            <a:off x="1353602" y="964094"/>
            <a:ext cx="1931304" cy="579623"/>
            <a:chOff x="0" y="0"/>
            <a:chExt cx="2575072" cy="772830"/>
          </a:xfrm>
        </p:grpSpPr>
        <p:sp>
          <p:nvSpPr>
            <p:cNvPr name="Freeform 15" id="15"/>
            <p:cNvSpPr/>
            <p:nvPr/>
          </p:nvSpPr>
          <p:spPr>
            <a:xfrm flipH="false" flipV="false" rot="0">
              <a:off x="0" y="0"/>
              <a:ext cx="772830" cy="772830"/>
            </a:xfrm>
            <a:custGeom>
              <a:avLst/>
              <a:gdLst/>
              <a:ahLst/>
              <a:cxnLst/>
              <a:rect r="r" b="b" t="t" l="l"/>
              <a:pathLst>
                <a:path h="772830" w="772830">
                  <a:moveTo>
                    <a:pt x="0" y="0"/>
                  </a:moveTo>
                  <a:lnTo>
                    <a:pt x="772830" y="0"/>
                  </a:lnTo>
                  <a:lnTo>
                    <a:pt x="772830" y="772830"/>
                  </a:lnTo>
                  <a:lnTo>
                    <a:pt x="0" y="772830"/>
                  </a:lnTo>
                  <a:lnTo>
                    <a:pt x="0" y="0"/>
                  </a:lnTo>
                  <a:close/>
                </a:path>
              </a:pathLst>
            </a:custGeom>
            <a:blipFill>
              <a:blip r:embed="rId2"/>
              <a:stretch>
                <a:fillRect l="0" t="0" r="0" b="0"/>
              </a:stretch>
            </a:blipFill>
          </p:spPr>
        </p:sp>
        <p:sp>
          <p:nvSpPr>
            <p:cNvPr name="TextBox 16" id="16"/>
            <p:cNvSpPr txBox="true"/>
            <p:nvPr/>
          </p:nvSpPr>
          <p:spPr>
            <a:xfrm rot="0">
              <a:off x="742420" y="214179"/>
              <a:ext cx="1832652" cy="428341"/>
            </a:xfrm>
            <a:prstGeom prst="rect">
              <a:avLst/>
            </a:prstGeom>
          </p:spPr>
          <p:txBody>
            <a:bodyPr anchor="t" rtlCol="false" tIns="0" lIns="0" bIns="0" rIns="0">
              <a:spAutoFit/>
            </a:bodyPr>
            <a:lstStyle/>
            <a:p>
              <a:pPr algn="l">
                <a:lnSpc>
                  <a:spcPts val="2301"/>
                </a:lnSpc>
              </a:pPr>
              <a:r>
                <a:rPr lang="en-US" sz="2150" b="true">
                  <a:solidFill>
                    <a:srgbClr val="FDFDFD"/>
                  </a:solidFill>
                  <a:latin typeface="Poppins Medium"/>
                  <a:ea typeface="Poppins Medium"/>
                  <a:cs typeface="Poppins Medium"/>
                  <a:sym typeface="Poppins Medium"/>
                </a:rPr>
                <a:t>LitScope</a:t>
              </a:r>
            </a:p>
          </p:txBody>
        </p:sp>
      </p:grpSp>
      <p:grpSp>
        <p:nvGrpSpPr>
          <p:cNvPr name="Group 17" id="17"/>
          <p:cNvGrpSpPr>
            <a:grpSpLocks noChangeAspect="true"/>
          </p:cNvGrpSpPr>
          <p:nvPr/>
        </p:nvGrpSpPr>
        <p:grpSpPr>
          <a:xfrm rot="0">
            <a:off x="8624820" y="3386856"/>
            <a:ext cx="9520748" cy="5460986"/>
            <a:chOff x="0" y="0"/>
            <a:chExt cx="7981950" cy="4578350"/>
          </a:xfrm>
        </p:grpSpPr>
        <p:sp>
          <p:nvSpPr>
            <p:cNvPr name="Freeform 18" id="18"/>
            <p:cNvSpPr/>
            <p:nvPr/>
          </p:nvSpPr>
          <p:spPr>
            <a:xfrm flipH="false" flipV="false" rot="0">
              <a:off x="765810" y="21590"/>
              <a:ext cx="6451600" cy="4326890"/>
            </a:xfrm>
            <a:custGeom>
              <a:avLst/>
              <a:gdLst/>
              <a:ahLst/>
              <a:cxnLst/>
              <a:rect r="r" b="b" t="t" l="l"/>
              <a:pathLst>
                <a:path h="4326890" w="6451600">
                  <a:moveTo>
                    <a:pt x="6224270" y="0"/>
                  </a:moveTo>
                  <a:lnTo>
                    <a:pt x="226060" y="0"/>
                  </a:lnTo>
                  <a:cubicBezTo>
                    <a:pt x="101600" y="0"/>
                    <a:pt x="0" y="101600"/>
                    <a:pt x="0" y="226060"/>
                  </a:cubicBezTo>
                  <a:lnTo>
                    <a:pt x="0" y="4326890"/>
                  </a:lnTo>
                  <a:lnTo>
                    <a:pt x="6451601" y="4326890"/>
                  </a:lnTo>
                  <a:lnTo>
                    <a:pt x="6451601" y="226060"/>
                  </a:lnTo>
                  <a:cubicBezTo>
                    <a:pt x="6450331" y="101600"/>
                    <a:pt x="6348731" y="0"/>
                    <a:pt x="6224270" y="0"/>
                  </a:cubicBezTo>
                  <a:close/>
                  <a:moveTo>
                    <a:pt x="6252210" y="4043680"/>
                  </a:moveTo>
                  <a:lnTo>
                    <a:pt x="196851" y="4043680"/>
                  </a:lnTo>
                  <a:lnTo>
                    <a:pt x="196851" y="255270"/>
                  </a:lnTo>
                  <a:lnTo>
                    <a:pt x="6252210" y="255270"/>
                  </a:lnTo>
                  <a:lnTo>
                    <a:pt x="6252210" y="4043680"/>
                  </a:lnTo>
                  <a:close/>
                </a:path>
              </a:pathLst>
            </a:custGeom>
            <a:solidFill>
              <a:srgbClr val="171616"/>
            </a:solidFill>
          </p:spPr>
        </p:sp>
        <p:sp>
          <p:nvSpPr>
            <p:cNvPr name="Freeform 19" id="19"/>
            <p:cNvSpPr/>
            <p:nvPr/>
          </p:nvSpPr>
          <p:spPr>
            <a:xfrm flipH="false" flipV="false" rot="0">
              <a:off x="0" y="0"/>
              <a:ext cx="7981950" cy="4542790"/>
            </a:xfrm>
            <a:custGeom>
              <a:avLst/>
              <a:gdLst/>
              <a:ahLst/>
              <a:cxnLst/>
              <a:rect r="r" b="b" t="t" l="l"/>
              <a:pathLst>
                <a:path h="4542790" w="7981950">
                  <a:moveTo>
                    <a:pt x="7239000" y="4348480"/>
                  </a:moveTo>
                  <a:lnTo>
                    <a:pt x="7239000" y="243840"/>
                  </a:lnTo>
                  <a:cubicBezTo>
                    <a:pt x="7239000" y="109220"/>
                    <a:pt x="7129780" y="0"/>
                    <a:pt x="6995160" y="0"/>
                  </a:cubicBezTo>
                  <a:lnTo>
                    <a:pt x="985520" y="0"/>
                  </a:lnTo>
                  <a:cubicBezTo>
                    <a:pt x="852170" y="0"/>
                    <a:pt x="742950" y="109220"/>
                    <a:pt x="742950" y="243840"/>
                  </a:cubicBezTo>
                  <a:lnTo>
                    <a:pt x="742950" y="4349750"/>
                  </a:lnTo>
                  <a:lnTo>
                    <a:pt x="0" y="4349750"/>
                  </a:lnTo>
                  <a:lnTo>
                    <a:pt x="0" y="4447540"/>
                  </a:lnTo>
                  <a:cubicBezTo>
                    <a:pt x="0" y="4500880"/>
                    <a:pt x="43180" y="4542790"/>
                    <a:pt x="95250" y="4542790"/>
                  </a:cubicBezTo>
                  <a:lnTo>
                    <a:pt x="7886700" y="4542790"/>
                  </a:lnTo>
                  <a:cubicBezTo>
                    <a:pt x="7940040" y="4542790"/>
                    <a:pt x="7981950" y="4499610"/>
                    <a:pt x="7981950" y="4447540"/>
                  </a:cubicBezTo>
                  <a:lnTo>
                    <a:pt x="7981950" y="4349750"/>
                  </a:lnTo>
                  <a:lnTo>
                    <a:pt x="7239000" y="4349750"/>
                  </a:lnTo>
                  <a:close/>
                  <a:moveTo>
                    <a:pt x="4519930" y="4348480"/>
                  </a:moveTo>
                  <a:lnTo>
                    <a:pt x="4519930" y="4349750"/>
                  </a:lnTo>
                  <a:cubicBezTo>
                    <a:pt x="4519930" y="4403090"/>
                    <a:pt x="4476750" y="4445000"/>
                    <a:pt x="4424680" y="4445000"/>
                  </a:cubicBezTo>
                  <a:lnTo>
                    <a:pt x="3557270" y="4445000"/>
                  </a:lnTo>
                  <a:cubicBezTo>
                    <a:pt x="3503930" y="4445000"/>
                    <a:pt x="3462020" y="4401820"/>
                    <a:pt x="3462020" y="4349750"/>
                  </a:cubicBezTo>
                  <a:lnTo>
                    <a:pt x="3462020" y="4348480"/>
                  </a:lnTo>
                  <a:lnTo>
                    <a:pt x="765810" y="4348480"/>
                  </a:lnTo>
                  <a:lnTo>
                    <a:pt x="765810" y="247650"/>
                  </a:lnTo>
                  <a:cubicBezTo>
                    <a:pt x="765810" y="123190"/>
                    <a:pt x="867410" y="21590"/>
                    <a:pt x="991870" y="21590"/>
                  </a:cubicBezTo>
                  <a:lnTo>
                    <a:pt x="6990080" y="21590"/>
                  </a:lnTo>
                  <a:cubicBezTo>
                    <a:pt x="7114539" y="21590"/>
                    <a:pt x="7216139" y="123190"/>
                    <a:pt x="7216139" y="247650"/>
                  </a:cubicBezTo>
                  <a:lnTo>
                    <a:pt x="7216139" y="4348480"/>
                  </a:lnTo>
                  <a:lnTo>
                    <a:pt x="4519930" y="4348480"/>
                  </a:lnTo>
                  <a:close/>
                </a:path>
              </a:pathLst>
            </a:custGeom>
            <a:solidFill>
              <a:srgbClr val="968CE4"/>
            </a:solidFill>
          </p:spPr>
        </p:sp>
        <p:sp>
          <p:nvSpPr>
            <p:cNvPr name="Freeform 20" id="20"/>
            <p:cNvSpPr/>
            <p:nvPr/>
          </p:nvSpPr>
          <p:spPr>
            <a:xfrm flipH="false" flipV="false" rot="0">
              <a:off x="3460750" y="4349750"/>
              <a:ext cx="1059180" cy="96520"/>
            </a:xfrm>
            <a:custGeom>
              <a:avLst/>
              <a:gdLst/>
              <a:ahLst/>
              <a:cxnLst/>
              <a:rect r="r" b="b" t="t" l="l"/>
              <a:pathLst>
                <a:path h="96520" w="1059180">
                  <a:moveTo>
                    <a:pt x="96520" y="96520"/>
                  </a:moveTo>
                  <a:lnTo>
                    <a:pt x="963930" y="96520"/>
                  </a:lnTo>
                  <a:cubicBezTo>
                    <a:pt x="1017270" y="96520"/>
                    <a:pt x="1059180" y="53340"/>
                    <a:pt x="1059180" y="1270"/>
                  </a:cubicBezTo>
                  <a:lnTo>
                    <a:pt x="1059180" y="0"/>
                  </a:lnTo>
                  <a:lnTo>
                    <a:pt x="0" y="0"/>
                  </a:lnTo>
                  <a:lnTo>
                    <a:pt x="0" y="1270"/>
                  </a:lnTo>
                  <a:cubicBezTo>
                    <a:pt x="0" y="53340"/>
                    <a:pt x="43180" y="96520"/>
                    <a:pt x="96520" y="96520"/>
                  </a:cubicBezTo>
                  <a:close/>
                </a:path>
              </a:pathLst>
            </a:custGeom>
            <a:solidFill>
              <a:srgbClr val="6B64B8"/>
            </a:solidFill>
          </p:spPr>
        </p:sp>
        <p:sp>
          <p:nvSpPr>
            <p:cNvPr name="Freeform 21" id="21"/>
            <p:cNvSpPr/>
            <p:nvPr/>
          </p:nvSpPr>
          <p:spPr>
            <a:xfrm flipH="false" flipV="false" rot="0">
              <a:off x="163830" y="4542790"/>
              <a:ext cx="7654290" cy="35560"/>
            </a:xfrm>
            <a:custGeom>
              <a:avLst/>
              <a:gdLst/>
              <a:ahLst/>
              <a:cxnLst/>
              <a:rect r="r" b="b" t="t" l="l"/>
              <a:pathLst>
                <a:path h="35560" w="7654290">
                  <a:moveTo>
                    <a:pt x="0" y="0"/>
                  </a:moveTo>
                  <a:cubicBezTo>
                    <a:pt x="0" y="20320"/>
                    <a:pt x="16510" y="35560"/>
                    <a:pt x="35560" y="35560"/>
                  </a:cubicBezTo>
                  <a:lnTo>
                    <a:pt x="7618730" y="35560"/>
                  </a:lnTo>
                  <a:cubicBezTo>
                    <a:pt x="7639050" y="35560"/>
                    <a:pt x="7654290" y="19050"/>
                    <a:pt x="7654290" y="0"/>
                  </a:cubicBezTo>
                  <a:lnTo>
                    <a:pt x="0" y="0"/>
                  </a:lnTo>
                  <a:close/>
                </a:path>
              </a:pathLst>
            </a:custGeom>
            <a:solidFill>
              <a:srgbClr val="6B64B8"/>
            </a:solidFill>
          </p:spPr>
        </p:sp>
        <p:sp>
          <p:nvSpPr>
            <p:cNvPr name="Freeform 22" id="22"/>
            <p:cNvSpPr/>
            <p:nvPr/>
          </p:nvSpPr>
          <p:spPr>
            <a:xfrm flipH="false" flipV="false" rot="0">
              <a:off x="962660" y="276860"/>
              <a:ext cx="6055360" cy="3789680"/>
            </a:xfrm>
            <a:custGeom>
              <a:avLst/>
              <a:gdLst/>
              <a:ahLst/>
              <a:cxnLst/>
              <a:rect r="r" b="b" t="t" l="l"/>
              <a:pathLst>
                <a:path h="3789680" w="6055360">
                  <a:moveTo>
                    <a:pt x="0" y="0"/>
                  </a:moveTo>
                  <a:lnTo>
                    <a:pt x="6055360" y="0"/>
                  </a:lnTo>
                  <a:lnTo>
                    <a:pt x="6055360" y="3789680"/>
                  </a:lnTo>
                  <a:lnTo>
                    <a:pt x="0" y="3789680"/>
                  </a:lnTo>
                  <a:close/>
                </a:path>
              </a:pathLst>
            </a:custGeom>
            <a:blipFill>
              <a:blip r:embed="rId3"/>
              <a:stretch>
                <a:fillRect l="0" t="0" r="-24714" b="0"/>
              </a:stretch>
            </a:blipFill>
          </p:spPr>
        </p:sp>
      </p:grpSp>
      <p:sp>
        <p:nvSpPr>
          <p:cNvPr name="TextBox 23" id="23"/>
          <p:cNvSpPr txBox="true"/>
          <p:nvPr/>
        </p:nvSpPr>
        <p:spPr>
          <a:xfrm rot="0">
            <a:off x="1353602" y="1841196"/>
            <a:ext cx="6580386" cy="2123876"/>
          </a:xfrm>
          <a:prstGeom prst="rect">
            <a:avLst/>
          </a:prstGeom>
        </p:spPr>
        <p:txBody>
          <a:bodyPr anchor="t" rtlCol="false" tIns="0" lIns="0" bIns="0" rIns="0">
            <a:spAutoFit/>
          </a:bodyPr>
          <a:lstStyle/>
          <a:p>
            <a:pPr algn="l">
              <a:lnSpc>
                <a:spcPts val="8024"/>
              </a:lnSpc>
            </a:pPr>
            <a:r>
              <a:rPr lang="en-US" sz="7499" b="true">
                <a:solidFill>
                  <a:srgbClr val="FDFDFD"/>
                </a:solidFill>
                <a:latin typeface="Poppins Bold"/>
                <a:ea typeface="Poppins Bold"/>
                <a:cs typeface="Poppins Bold"/>
                <a:sym typeface="Poppins Bold"/>
              </a:rPr>
              <a:t>Search For Books</a:t>
            </a:r>
          </a:p>
        </p:txBody>
      </p:sp>
      <p:sp>
        <p:nvSpPr>
          <p:cNvPr name="TextBox 24" id="24"/>
          <p:cNvSpPr txBox="true"/>
          <p:nvPr/>
        </p:nvSpPr>
        <p:spPr>
          <a:xfrm rot="0">
            <a:off x="9688080" y="1049992"/>
            <a:ext cx="1074634" cy="349989"/>
          </a:xfrm>
          <a:prstGeom prst="rect">
            <a:avLst/>
          </a:prstGeom>
        </p:spPr>
        <p:txBody>
          <a:bodyPr anchor="t" rtlCol="false" tIns="0" lIns="0" bIns="0" rIns="0">
            <a:spAutoFit/>
          </a:bodyPr>
          <a:lstStyle/>
          <a:p>
            <a:pPr algn="ctr">
              <a:lnSpc>
                <a:spcPts val="2753"/>
              </a:lnSpc>
            </a:pPr>
            <a:r>
              <a:rPr lang="en-US" sz="1967">
                <a:solidFill>
                  <a:srgbClr val="FDFDFD"/>
                </a:solidFill>
                <a:latin typeface="Poppins"/>
                <a:ea typeface="Poppins"/>
                <a:cs typeface="Poppins"/>
                <a:sym typeface="Poppins"/>
              </a:rPr>
              <a:t>Home</a:t>
            </a:r>
          </a:p>
        </p:txBody>
      </p:sp>
      <p:sp>
        <p:nvSpPr>
          <p:cNvPr name="TextBox 25" id="25"/>
          <p:cNvSpPr txBox="true"/>
          <p:nvPr/>
        </p:nvSpPr>
        <p:spPr>
          <a:xfrm rot="0">
            <a:off x="11491323" y="1049992"/>
            <a:ext cx="1446373" cy="349989"/>
          </a:xfrm>
          <a:prstGeom prst="rect">
            <a:avLst/>
          </a:prstGeom>
        </p:spPr>
        <p:txBody>
          <a:bodyPr anchor="t" rtlCol="false" tIns="0" lIns="0" bIns="0" rIns="0">
            <a:spAutoFit/>
          </a:bodyPr>
          <a:lstStyle/>
          <a:p>
            <a:pPr algn="ctr">
              <a:lnSpc>
                <a:spcPts val="2753"/>
              </a:lnSpc>
            </a:pPr>
            <a:r>
              <a:rPr lang="en-US" sz="1967">
                <a:solidFill>
                  <a:srgbClr val="FDFDFD"/>
                </a:solidFill>
                <a:latin typeface="Poppins"/>
                <a:ea typeface="Poppins"/>
                <a:cs typeface="Poppins"/>
                <a:sym typeface="Poppins"/>
              </a:rPr>
              <a:t>Profile</a:t>
            </a:r>
          </a:p>
        </p:txBody>
      </p:sp>
      <p:sp>
        <p:nvSpPr>
          <p:cNvPr name="TextBox 26" id="26"/>
          <p:cNvSpPr txBox="true"/>
          <p:nvPr/>
        </p:nvSpPr>
        <p:spPr>
          <a:xfrm rot="0">
            <a:off x="13666306" y="1049992"/>
            <a:ext cx="1218869" cy="349989"/>
          </a:xfrm>
          <a:prstGeom prst="rect">
            <a:avLst/>
          </a:prstGeom>
        </p:spPr>
        <p:txBody>
          <a:bodyPr anchor="t" rtlCol="false" tIns="0" lIns="0" bIns="0" rIns="0">
            <a:spAutoFit/>
          </a:bodyPr>
          <a:lstStyle/>
          <a:p>
            <a:pPr algn="ctr">
              <a:lnSpc>
                <a:spcPts val="2753"/>
              </a:lnSpc>
            </a:pPr>
            <a:r>
              <a:rPr lang="en-US" sz="1967">
                <a:solidFill>
                  <a:srgbClr val="FDFDFD"/>
                </a:solidFill>
                <a:latin typeface="Poppins"/>
                <a:ea typeface="Poppins"/>
                <a:cs typeface="Poppins"/>
                <a:sym typeface="Poppins"/>
              </a:rPr>
              <a:t>My Clubs</a:t>
            </a:r>
          </a:p>
        </p:txBody>
      </p:sp>
      <p:sp>
        <p:nvSpPr>
          <p:cNvPr name="TextBox 27" id="27"/>
          <p:cNvSpPr txBox="true"/>
          <p:nvPr/>
        </p:nvSpPr>
        <p:spPr>
          <a:xfrm rot="0">
            <a:off x="15613784" y="1049992"/>
            <a:ext cx="1281321" cy="349989"/>
          </a:xfrm>
          <a:prstGeom prst="rect">
            <a:avLst/>
          </a:prstGeom>
        </p:spPr>
        <p:txBody>
          <a:bodyPr anchor="t" rtlCol="false" tIns="0" lIns="0" bIns="0" rIns="0">
            <a:spAutoFit/>
          </a:bodyPr>
          <a:lstStyle/>
          <a:p>
            <a:pPr algn="ctr">
              <a:lnSpc>
                <a:spcPts val="2753"/>
              </a:lnSpc>
            </a:pPr>
            <a:r>
              <a:rPr lang="en-US" sz="1967">
                <a:solidFill>
                  <a:srgbClr val="DC6C6C"/>
                </a:solidFill>
                <a:latin typeface="Poppins"/>
                <a:ea typeface="Poppins"/>
                <a:cs typeface="Poppins"/>
                <a:sym typeface="Poppins"/>
              </a:rPr>
              <a:t>Log Out</a:t>
            </a:r>
          </a:p>
        </p:txBody>
      </p:sp>
      <p:sp>
        <p:nvSpPr>
          <p:cNvPr name="TextBox 28" id="28"/>
          <p:cNvSpPr txBox="true"/>
          <p:nvPr/>
        </p:nvSpPr>
        <p:spPr>
          <a:xfrm rot="0">
            <a:off x="1353602" y="4983327"/>
            <a:ext cx="5404119" cy="1192003"/>
          </a:xfrm>
          <a:prstGeom prst="rect">
            <a:avLst/>
          </a:prstGeom>
        </p:spPr>
        <p:txBody>
          <a:bodyPr anchor="t" rtlCol="false" tIns="0" lIns="0" bIns="0" rIns="0">
            <a:spAutoFit/>
          </a:bodyPr>
          <a:lstStyle/>
          <a:p>
            <a:pPr algn="l" marL="0" indent="0" lvl="0">
              <a:lnSpc>
                <a:spcPts val="3139"/>
              </a:lnSpc>
            </a:pPr>
            <a:r>
              <a:rPr lang="en-US" sz="2078">
                <a:solidFill>
                  <a:srgbClr val="FDFDFD"/>
                </a:solidFill>
                <a:latin typeface="Poppins"/>
                <a:ea typeface="Poppins"/>
                <a:cs typeface="Poppins"/>
                <a:sym typeface="Poppins"/>
              </a:rPr>
              <a:t>Look for your desired books, get preview, add them to your shelf and discuss on them.</a:t>
            </a:r>
          </a:p>
        </p:txBody>
      </p:sp>
      <p:sp>
        <p:nvSpPr>
          <p:cNvPr name="TextBox 29" id="29"/>
          <p:cNvSpPr txBox="true"/>
          <p:nvPr/>
        </p:nvSpPr>
        <p:spPr>
          <a:xfrm rot="0">
            <a:off x="2648509" y="8021707"/>
            <a:ext cx="3457014" cy="387985"/>
          </a:xfrm>
          <a:prstGeom prst="rect">
            <a:avLst/>
          </a:prstGeom>
        </p:spPr>
        <p:txBody>
          <a:bodyPr anchor="t" rtlCol="false" tIns="0" lIns="0" bIns="0" rIns="0">
            <a:spAutoFit/>
          </a:bodyPr>
          <a:lstStyle/>
          <a:p>
            <a:pPr algn="l" marL="0" indent="0" lvl="0">
              <a:lnSpc>
                <a:spcPts val="3020"/>
              </a:lnSpc>
            </a:pPr>
            <a:r>
              <a:rPr lang="en-US" sz="2000" u="sng">
                <a:solidFill>
                  <a:srgbClr val="FDFDFD"/>
                </a:solidFill>
                <a:latin typeface="Poppins"/>
                <a:ea typeface="Poppins"/>
                <a:cs typeface="Poppins"/>
                <a:sym typeface="Poppins"/>
                <a:hlinkClick r:id="rId4" tooltip="http://litscope.vercel.app"/>
              </a:rPr>
              <a:t>www.litscope.vercel.app</a:t>
            </a:r>
          </a:p>
        </p:txBody>
      </p:sp>
    </p:spTree>
  </p:cSld>
  <p:clrMapOvr>
    <a:masterClrMapping/>
  </p:clrMapOvr>
  <p:transition spd="slow">
    <p:push dir="l"/>
  </p:transition>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71616"/>
        </a:solidFill>
      </p:bgPr>
    </p:bg>
    <p:spTree>
      <p:nvGrpSpPr>
        <p:cNvPr id="1" name=""/>
        <p:cNvGrpSpPr/>
        <p:nvPr/>
      </p:nvGrpSpPr>
      <p:grpSpPr>
        <a:xfrm>
          <a:off x="0" y="0"/>
          <a:ext cx="0" cy="0"/>
          <a:chOff x="0" y="0"/>
          <a:chExt cx="0" cy="0"/>
        </a:xfrm>
      </p:grpSpPr>
      <p:grpSp>
        <p:nvGrpSpPr>
          <p:cNvPr name="Group 2" id="2"/>
          <p:cNvGrpSpPr/>
          <p:nvPr/>
        </p:nvGrpSpPr>
        <p:grpSpPr>
          <a:xfrm rot="524141">
            <a:off x="-720571" y="-1702946"/>
            <a:ext cx="4544240" cy="5877852"/>
            <a:chOff x="0" y="0"/>
            <a:chExt cx="665246" cy="860478"/>
          </a:xfrm>
        </p:grpSpPr>
        <p:sp>
          <p:nvSpPr>
            <p:cNvPr name="Freeform 3" id="3"/>
            <p:cNvSpPr/>
            <p:nvPr/>
          </p:nvSpPr>
          <p:spPr>
            <a:xfrm flipH="false" flipV="false" rot="0">
              <a:off x="0" y="0"/>
              <a:ext cx="665246" cy="860478"/>
            </a:xfrm>
            <a:custGeom>
              <a:avLst/>
              <a:gdLst/>
              <a:ahLst/>
              <a:cxnLst/>
              <a:rect r="r" b="b" t="t" l="l"/>
              <a:pathLst>
                <a:path h="860478" w="665246">
                  <a:moveTo>
                    <a:pt x="115850" y="0"/>
                  </a:moveTo>
                  <a:lnTo>
                    <a:pt x="549396" y="0"/>
                  </a:lnTo>
                  <a:cubicBezTo>
                    <a:pt x="580122" y="0"/>
                    <a:pt x="609588" y="12206"/>
                    <a:pt x="631315" y="33932"/>
                  </a:cubicBezTo>
                  <a:cubicBezTo>
                    <a:pt x="653041" y="55658"/>
                    <a:pt x="665246" y="85125"/>
                    <a:pt x="665246" y="115850"/>
                  </a:cubicBezTo>
                  <a:lnTo>
                    <a:pt x="665246" y="744628"/>
                  </a:lnTo>
                  <a:cubicBezTo>
                    <a:pt x="665246" y="808610"/>
                    <a:pt x="613378" y="860478"/>
                    <a:pt x="549396" y="860478"/>
                  </a:cubicBezTo>
                  <a:lnTo>
                    <a:pt x="115850" y="860478"/>
                  </a:lnTo>
                  <a:cubicBezTo>
                    <a:pt x="51868" y="860478"/>
                    <a:pt x="0" y="808610"/>
                    <a:pt x="0" y="744628"/>
                  </a:cubicBezTo>
                  <a:lnTo>
                    <a:pt x="0" y="115850"/>
                  </a:lnTo>
                  <a:cubicBezTo>
                    <a:pt x="0" y="51868"/>
                    <a:pt x="51868" y="0"/>
                    <a:pt x="115850" y="0"/>
                  </a:cubicBezTo>
                  <a:close/>
                </a:path>
              </a:pathLst>
            </a:custGeom>
            <a:solidFill>
              <a:srgbClr val="514C9D"/>
            </a:solidFill>
          </p:spPr>
        </p:sp>
        <p:sp>
          <p:nvSpPr>
            <p:cNvPr name="TextBox 4" id="4"/>
            <p:cNvSpPr txBox="true"/>
            <p:nvPr/>
          </p:nvSpPr>
          <p:spPr>
            <a:xfrm>
              <a:off x="0" y="-57150"/>
              <a:ext cx="665246" cy="91762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524141">
            <a:off x="11729743" y="4532546"/>
            <a:ext cx="7307079" cy="9451509"/>
            <a:chOff x="0" y="0"/>
            <a:chExt cx="665246" cy="860478"/>
          </a:xfrm>
        </p:grpSpPr>
        <p:sp>
          <p:nvSpPr>
            <p:cNvPr name="Freeform 6" id="6"/>
            <p:cNvSpPr/>
            <p:nvPr/>
          </p:nvSpPr>
          <p:spPr>
            <a:xfrm flipH="false" flipV="false" rot="0">
              <a:off x="0" y="0"/>
              <a:ext cx="665246" cy="860478"/>
            </a:xfrm>
            <a:custGeom>
              <a:avLst/>
              <a:gdLst/>
              <a:ahLst/>
              <a:cxnLst/>
              <a:rect r="r" b="b" t="t" l="l"/>
              <a:pathLst>
                <a:path h="860478" w="665246">
                  <a:moveTo>
                    <a:pt x="72047" y="0"/>
                  </a:moveTo>
                  <a:lnTo>
                    <a:pt x="593200" y="0"/>
                  </a:lnTo>
                  <a:cubicBezTo>
                    <a:pt x="612308" y="0"/>
                    <a:pt x="630633" y="7591"/>
                    <a:pt x="644144" y="21102"/>
                  </a:cubicBezTo>
                  <a:cubicBezTo>
                    <a:pt x="657656" y="34613"/>
                    <a:pt x="665246" y="52939"/>
                    <a:pt x="665246" y="72047"/>
                  </a:cubicBezTo>
                  <a:lnTo>
                    <a:pt x="665246" y="788431"/>
                  </a:lnTo>
                  <a:cubicBezTo>
                    <a:pt x="665246" y="807539"/>
                    <a:pt x="657656" y="825865"/>
                    <a:pt x="644144" y="839376"/>
                  </a:cubicBezTo>
                  <a:cubicBezTo>
                    <a:pt x="630633" y="852887"/>
                    <a:pt x="612308" y="860478"/>
                    <a:pt x="593200" y="860478"/>
                  </a:cubicBezTo>
                  <a:lnTo>
                    <a:pt x="72047" y="860478"/>
                  </a:lnTo>
                  <a:cubicBezTo>
                    <a:pt x="52939" y="860478"/>
                    <a:pt x="34613" y="852887"/>
                    <a:pt x="21102" y="839376"/>
                  </a:cubicBezTo>
                  <a:cubicBezTo>
                    <a:pt x="7591" y="825865"/>
                    <a:pt x="0" y="807539"/>
                    <a:pt x="0" y="788431"/>
                  </a:cubicBezTo>
                  <a:lnTo>
                    <a:pt x="0" y="72047"/>
                  </a:lnTo>
                  <a:cubicBezTo>
                    <a:pt x="0" y="52939"/>
                    <a:pt x="7591" y="34613"/>
                    <a:pt x="21102" y="21102"/>
                  </a:cubicBezTo>
                  <a:cubicBezTo>
                    <a:pt x="34613" y="7591"/>
                    <a:pt x="52939" y="0"/>
                    <a:pt x="72047" y="0"/>
                  </a:cubicBezTo>
                  <a:close/>
                </a:path>
              </a:pathLst>
            </a:custGeom>
            <a:solidFill>
              <a:srgbClr val="514C9D"/>
            </a:solidFill>
          </p:spPr>
        </p:sp>
        <p:sp>
          <p:nvSpPr>
            <p:cNvPr name="TextBox 7" id="7"/>
            <p:cNvSpPr txBox="true"/>
            <p:nvPr/>
          </p:nvSpPr>
          <p:spPr>
            <a:xfrm>
              <a:off x="0" y="-57150"/>
              <a:ext cx="665246" cy="917628"/>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9449703" y="1042777"/>
            <a:ext cx="1551389" cy="422257"/>
            <a:chOff x="0" y="0"/>
            <a:chExt cx="531257" cy="144598"/>
          </a:xfrm>
        </p:grpSpPr>
        <p:sp>
          <p:nvSpPr>
            <p:cNvPr name="Freeform 9" id="9"/>
            <p:cNvSpPr/>
            <p:nvPr/>
          </p:nvSpPr>
          <p:spPr>
            <a:xfrm flipH="false" flipV="false" rot="0">
              <a:off x="0" y="0"/>
              <a:ext cx="531257" cy="144598"/>
            </a:xfrm>
            <a:custGeom>
              <a:avLst/>
              <a:gdLst/>
              <a:ahLst/>
              <a:cxnLst/>
              <a:rect r="r" b="b" t="t" l="l"/>
              <a:pathLst>
                <a:path h="144598" w="531257">
                  <a:moveTo>
                    <a:pt x="49903" y="0"/>
                  </a:moveTo>
                  <a:lnTo>
                    <a:pt x="481354" y="0"/>
                  </a:lnTo>
                  <a:cubicBezTo>
                    <a:pt x="508915" y="0"/>
                    <a:pt x="531257" y="22342"/>
                    <a:pt x="531257" y="49903"/>
                  </a:cubicBezTo>
                  <a:lnTo>
                    <a:pt x="531257" y="94694"/>
                  </a:lnTo>
                  <a:cubicBezTo>
                    <a:pt x="531257" y="122255"/>
                    <a:pt x="508915" y="144598"/>
                    <a:pt x="481354" y="144598"/>
                  </a:cubicBezTo>
                  <a:lnTo>
                    <a:pt x="49903" y="144598"/>
                  </a:lnTo>
                  <a:cubicBezTo>
                    <a:pt x="36668" y="144598"/>
                    <a:pt x="23975" y="139340"/>
                    <a:pt x="14616" y="129981"/>
                  </a:cubicBezTo>
                  <a:cubicBezTo>
                    <a:pt x="5258" y="120623"/>
                    <a:pt x="0" y="107930"/>
                    <a:pt x="0" y="94694"/>
                  </a:cubicBezTo>
                  <a:lnTo>
                    <a:pt x="0" y="49903"/>
                  </a:lnTo>
                  <a:cubicBezTo>
                    <a:pt x="0" y="22342"/>
                    <a:pt x="22342" y="0"/>
                    <a:pt x="49903" y="0"/>
                  </a:cubicBezTo>
                  <a:close/>
                </a:path>
              </a:pathLst>
            </a:custGeom>
            <a:solidFill>
              <a:srgbClr val="7B72C8"/>
            </a:solidFill>
            <a:ln cap="sq">
              <a:noFill/>
              <a:prstDash val="solid"/>
              <a:miter/>
            </a:ln>
          </p:spPr>
        </p:sp>
        <p:sp>
          <p:nvSpPr>
            <p:cNvPr name="TextBox 10" id="10"/>
            <p:cNvSpPr txBox="true"/>
            <p:nvPr/>
          </p:nvSpPr>
          <p:spPr>
            <a:xfrm>
              <a:off x="0" y="-57150"/>
              <a:ext cx="531257" cy="201748"/>
            </a:xfrm>
            <a:prstGeom prst="rect">
              <a:avLst/>
            </a:prstGeom>
          </p:spPr>
          <p:txBody>
            <a:bodyPr anchor="ctr" rtlCol="false" tIns="50800" lIns="50800" bIns="50800" rIns="50800"/>
            <a:lstStyle/>
            <a:p>
              <a:pPr algn="ctr" marL="0" indent="0" lvl="0">
                <a:lnSpc>
                  <a:spcPts val="2520"/>
                </a:lnSpc>
                <a:spcBef>
                  <a:spcPct val="0"/>
                </a:spcBef>
              </a:pPr>
            </a:p>
          </p:txBody>
        </p:sp>
      </p:grpSp>
      <p:grpSp>
        <p:nvGrpSpPr>
          <p:cNvPr name="Group 11" id="11"/>
          <p:cNvGrpSpPr/>
          <p:nvPr/>
        </p:nvGrpSpPr>
        <p:grpSpPr>
          <a:xfrm rot="0">
            <a:off x="2258378" y="7982903"/>
            <a:ext cx="3970670" cy="551300"/>
            <a:chOff x="0" y="0"/>
            <a:chExt cx="1359715" cy="188787"/>
          </a:xfrm>
        </p:grpSpPr>
        <p:sp>
          <p:nvSpPr>
            <p:cNvPr name="Freeform 12" id="12"/>
            <p:cNvSpPr/>
            <p:nvPr/>
          </p:nvSpPr>
          <p:spPr>
            <a:xfrm flipH="false" flipV="false" rot="0">
              <a:off x="0" y="0"/>
              <a:ext cx="1359715" cy="188787"/>
            </a:xfrm>
            <a:custGeom>
              <a:avLst/>
              <a:gdLst/>
              <a:ahLst/>
              <a:cxnLst/>
              <a:rect r="r" b="b" t="t" l="l"/>
              <a:pathLst>
                <a:path h="188787" w="1359715">
                  <a:moveTo>
                    <a:pt x="19498" y="0"/>
                  </a:moveTo>
                  <a:lnTo>
                    <a:pt x="1340217" y="0"/>
                  </a:lnTo>
                  <a:cubicBezTo>
                    <a:pt x="1345388" y="0"/>
                    <a:pt x="1350348" y="2054"/>
                    <a:pt x="1354004" y="5711"/>
                  </a:cubicBezTo>
                  <a:cubicBezTo>
                    <a:pt x="1357661" y="9367"/>
                    <a:pt x="1359715" y="14327"/>
                    <a:pt x="1359715" y="19498"/>
                  </a:cubicBezTo>
                  <a:lnTo>
                    <a:pt x="1359715" y="169289"/>
                  </a:lnTo>
                  <a:cubicBezTo>
                    <a:pt x="1359715" y="180058"/>
                    <a:pt x="1350985" y="188787"/>
                    <a:pt x="1340217" y="188787"/>
                  </a:cubicBezTo>
                  <a:lnTo>
                    <a:pt x="19498" y="188787"/>
                  </a:lnTo>
                  <a:cubicBezTo>
                    <a:pt x="8729" y="188787"/>
                    <a:pt x="0" y="180058"/>
                    <a:pt x="0" y="169289"/>
                  </a:cubicBezTo>
                  <a:lnTo>
                    <a:pt x="0" y="19498"/>
                  </a:lnTo>
                  <a:cubicBezTo>
                    <a:pt x="0" y="8729"/>
                    <a:pt x="8729" y="0"/>
                    <a:pt x="19498" y="0"/>
                  </a:cubicBezTo>
                  <a:close/>
                </a:path>
              </a:pathLst>
            </a:custGeom>
            <a:solidFill>
              <a:srgbClr val="514C9D"/>
            </a:solidFill>
            <a:ln cap="sq">
              <a:noFill/>
              <a:prstDash val="solid"/>
              <a:miter/>
            </a:ln>
          </p:spPr>
        </p:sp>
        <p:sp>
          <p:nvSpPr>
            <p:cNvPr name="TextBox 13" id="13"/>
            <p:cNvSpPr txBox="true"/>
            <p:nvPr/>
          </p:nvSpPr>
          <p:spPr>
            <a:xfrm>
              <a:off x="0" y="-57150"/>
              <a:ext cx="1359715" cy="245937"/>
            </a:xfrm>
            <a:prstGeom prst="rect">
              <a:avLst/>
            </a:prstGeom>
          </p:spPr>
          <p:txBody>
            <a:bodyPr anchor="ctr" rtlCol="false" tIns="50800" lIns="50800" bIns="50800" rIns="50800"/>
            <a:lstStyle/>
            <a:p>
              <a:pPr algn="ctr" marL="0" indent="0" lvl="0">
                <a:lnSpc>
                  <a:spcPts val="2520"/>
                </a:lnSpc>
                <a:spcBef>
                  <a:spcPct val="0"/>
                </a:spcBef>
              </a:pPr>
            </a:p>
          </p:txBody>
        </p:sp>
      </p:grpSp>
      <p:grpSp>
        <p:nvGrpSpPr>
          <p:cNvPr name="Group 14" id="14"/>
          <p:cNvGrpSpPr/>
          <p:nvPr/>
        </p:nvGrpSpPr>
        <p:grpSpPr>
          <a:xfrm rot="0">
            <a:off x="1353602" y="964094"/>
            <a:ext cx="1931304" cy="579623"/>
            <a:chOff x="0" y="0"/>
            <a:chExt cx="2575072" cy="772830"/>
          </a:xfrm>
        </p:grpSpPr>
        <p:sp>
          <p:nvSpPr>
            <p:cNvPr name="Freeform 15" id="15"/>
            <p:cNvSpPr/>
            <p:nvPr/>
          </p:nvSpPr>
          <p:spPr>
            <a:xfrm flipH="false" flipV="false" rot="0">
              <a:off x="0" y="0"/>
              <a:ext cx="772830" cy="772830"/>
            </a:xfrm>
            <a:custGeom>
              <a:avLst/>
              <a:gdLst/>
              <a:ahLst/>
              <a:cxnLst/>
              <a:rect r="r" b="b" t="t" l="l"/>
              <a:pathLst>
                <a:path h="772830" w="772830">
                  <a:moveTo>
                    <a:pt x="0" y="0"/>
                  </a:moveTo>
                  <a:lnTo>
                    <a:pt x="772830" y="0"/>
                  </a:lnTo>
                  <a:lnTo>
                    <a:pt x="772830" y="772830"/>
                  </a:lnTo>
                  <a:lnTo>
                    <a:pt x="0" y="772830"/>
                  </a:lnTo>
                  <a:lnTo>
                    <a:pt x="0" y="0"/>
                  </a:lnTo>
                  <a:close/>
                </a:path>
              </a:pathLst>
            </a:custGeom>
            <a:blipFill>
              <a:blip r:embed="rId2"/>
              <a:stretch>
                <a:fillRect l="0" t="0" r="0" b="0"/>
              </a:stretch>
            </a:blipFill>
          </p:spPr>
        </p:sp>
        <p:sp>
          <p:nvSpPr>
            <p:cNvPr name="TextBox 16" id="16"/>
            <p:cNvSpPr txBox="true"/>
            <p:nvPr/>
          </p:nvSpPr>
          <p:spPr>
            <a:xfrm rot="0">
              <a:off x="742420" y="214179"/>
              <a:ext cx="1832652" cy="428341"/>
            </a:xfrm>
            <a:prstGeom prst="rect">
              <a:avLst/>
            </a:prstGeom>
          </p:spPr>
          <p:txBody>
            <a:bodyPr anchor="t" rtlCol="false" tIns="0" lIns="0" bIns="0" rIns="0">
              <a:spAutoFit/>
            </a:bodyPr>
            <a:lstStyle/>
            <a:p>
              <a:pPr algn="l">
                <a:lnSpc>
                  <a:spcPts val="2301"/>
                </a:lnSpc>
              </a:pPr>
              <a:r>
                <a:rPr lang="en-US" sz="2150" b="true">
                  <a:solidFill>
                    <a:srgbClr val="FDFDFD"/>
                  </a:solidFill>
                  <a:latin typeface="Poppins Medium"/>
                  <a:ea typeface="Poppins Medium"/>
                  <a:cs typeface="Poppins Medium"/>
                  <a:sym typeface="Poppins Medium"/>
                </a:rPr>
                <a:t>LitScope</a:t>
              </a:r>
            </a:p>
          </p:txBody>
        </p:sp>
      </p:grpSp>
      <p:sp>
        <p:nvSpPr>
          <p:cNvPr name="TextBox 17" id="17"/>
          <p:cNvSpPr txBox="true"/>
          <p:nvPr/>
        </p:nvSpPr>
        <p:spPr>
          <a:xfrm rot="0">
            <a:off x="1353602" y="1820376"/>
            <a:ext cx="6580386" cy="3133427"/>
          </a:xfrm>
          <a:prstGeom prst="rect">
            <a:avLst/>
          </a:prstGeom>
        </p:spPr>
        <p:txBody>
          <a:bodyPr anchor="t" rtlCol="false" tIns="0" lIns="0" bIns="0" rIns="0">
            <a:spAutoFit/>
          </a:bodyPr>
          <a:lstStyle/>
          <a:p>
            <a:pPr algn="l">
              <a:lnSpc>
                <a:spcPts val="8024"/>
              </a:lnSpc>
            </a:pPr>
            <a:r>
              <a:rPr lang="en-US" sz="7499" b="true">
                <a:solidFill>
                  <a:srgbClr val="FDFDFD"/>
                </a:solidFill>
                <a:latin typeface="Poppins Bold"/>
                <a:ea typeface="Poppins Bold"/>
                <a:cs typeface="Poppins Bold"/>
                <a:sym typeface="Poppins Bold"/>
              </a:rPr>
              <a:t>...and even more to come...</a:t>
            </a:r>
          </a:p>
        </p:txBody>
      </p:sp>
      <p:sp>
        <p:nvSpPr>
          <p:cNvPr name="TextBox 18" id="18"/>
          <p:cNvSpPr txBox="true"/>
          <p:nvPr/>
        </p:nvSpPr>
        <p:spPr>
          <a:xfrm rot="0">
            <a:off x="9688080" y="1049992"/>
            <a:ext cx="1074634" cy="349989"/>
          </a:xfrm>
          <a:prstGeom prst="rect">
            <a:avLst/>
          </a:prstGeom>
        </p:spPr>
        <p:txBody>
          <a:bodyPr anchor="t" rtlCol="false" tIns="0" lIns="0" bIns="0" rIns="0">
            <a:spAutoFit/>
          </a:bodyPr>
          <a:lstStyle/>
          <a:p>
            <a:pPr algn="ctr">
              <a:lnSpc>
                <a:spcPts val="2753"/>
              </a:lnSpc>
            </a:pPr>
            <a:r>
              <a:rPr lang="en-US" sz="1967">
                <a:solidFill>
                  <a:srgbClr val="FDFDFD"/>
                </a:solidFill>
                <a:latin typeface="Poppins"/>
                <a:ea typeface="Poppins"/>
                <a:cs typeface="Poppins"/>
                <a:sym typeface="Poppins"/>
              </a:rPr>
              <a:t>Home</a:t>
            </a:r>
          </a:p>
        </p:txBody>
      </p:sp>
      <p:sp>
        <p:nvSpPr>
          <p:cNvPr name="TextBox 19" id="19"/>
          <p:cNvSpPr txBox="true"/>
          <p:nvPr/>
        </p:nvSpPr>
        <p:spPr>
          <a:xfrm rot="0">
            <a:off x="11491323" y="1049992"/>
            <a:ext cx="1446373" cy="349989"/>
          </a:xfrm>
          <a:prstGeom prst="rect">
            <a:avLst/>
          </a:prstGeom>
        </p:spPr>
        <p:txBody>
          <a:bodyPr anchor="t" rtlCol="false" tIns="0" lIns="0" bIns="0" rIns="0">
            <a:spAutoFit/>
          </a:bodyPr>
          <a:lstStyle/>
          <a:p>
            <a:pPr algn="ctr">
              <a:lnSpc>
                <a:spcPts val="2753"/>
              </a:lnSpc>
            </a:pPr>
            <a:r>
              <a:rPr lang="en-US" sz="1967">
                <a:solidFill>
                  <a:srgbClr val="FDFDFD"/>
                </a:solidFill>
                <a:latin typeface="Poppins"/>
                <a:ea typeface="Poppins"/>
                <a:cs typeface="Poppins"/>
                <a:sym typeface="Poppins"/>
              </a:rPr>
              <a:t>Profile</a:t>
            </a:r>
          </a:p>
        </p:txBody>
      </p:sp>
      <p:sp>
        <p:nvSpPr>
          <p:cNvPr name="TextBox 20" id="20"/>
          <p:cNvSpPr txBox="true"/>
          <p:nvPr/>
        </p:nvSpPr>
        <p:spPr>
          <a:xfrm rot="0">
            <a:off x="13666306" y="1049992"/>
            <a:ext cx="1218869" cy="349989"/>
          </a:xfrm>
          <a:prstGeom prst="rect">
            <a:avLst/>
          </a:prstGeom>
        </p:spPr>
        <p:txBody>
          <a:bodyPr anchor="t" rtlCol="false" tIns="0" lIns="0" bIns="0" rIns="0">
            <a:spAutoFit/>
          </a:bodyPr>
          <a:lstStyle/>
          <a:p>
            <a:pPr algn="ctr">
              <a:lnSpc>
                <a:spcPts val="2753"/>
              </a:lnSpc>
            </a:pPr>
            <a:r>
              <a:rPr lang="en-US" sz="1967">
                <a:solidFill>
                  <a:srgbClr val="FDFDFD"/>
                </a:solidFill>
                <a:latin typeface="Poppins"/>
                <a:ea typeface="Poppins"/>
                <a:cs typeface="Poppins"/>
                <a:sym typeface="Poppins"/>
              </a:rPr>
              <a:t>My Clubs</a:t>
            </a:r>
          </a:p>
        </p:txBody>
      </p:sp>
      <p:sp>
        <p:nvSpPr>
          <p:cNvPr name="TextBox 21" id="21"/>
          <p:cNvSpPr txBox="true"/>
          <p:nvPr/>
        </p:nvSpPr>
        <p:spPr>
          <a:xfrm rot="0">
            <a:off x="15613784" y="1049992"/>
            <a:ext cx="1281321" cy="349989"/>
          </a:xfrm>
          <a:prstGeom prst="rect">
            <a:avLst/>
          </a:prstGeom>
        </p:spPr>
        <p:txBody>
          <a:bodyPr anchor="t" rtlCol="false" tIns="0" lIns="0" bIns="0" rIns="0">
            <a:spAutoFit/>
          </a:bodyPr>
          <a:lstStyle/>
          <a:p>
            <a:pPr algn="ctr">
              <a:lnSpc>
                <a:spcPts val="2753"/>
              </a:lnSpc>
            </a:pPr>
            <a:r>
              <a:rPr lang="en-US" sz="1967">
                <a:solidFill>
                  <a:srgbClr val="DC6C6C"/>
                </a:solidFill>
                <a:latin typeface="Poppins"/>
                <a:ea typeface="Poppins"/>
                <a:cs typeface="Poppins"/>
                <a:sym typeface="Poppins"/>
              </a:rPr>
              <a:t>Log Out</a:t>
            </a:r>
          </a:p>
        </p:txBody>
      </p:sp>
      <p:sp>
        <p:nvSpPr>
          <p:cNvPr name="TextBox 22" id="22"/>
          <p:cNvSpPr txBox="true"/>
          <p:nvPr/>
        </p:nvSpPr>
        <p:spPr>
          <a:xfrm rot="0">
            <a:off x="1353602" y="5469923"/>
            <a:ext cx="3567986" cy="1149985"/>
          </a:xfrm>
          <a:prstGeom prst="rect">
            <a:avLst/>
          </a:prstGeom>
        </p:spPr>
        <p:txBody>
          <a:bodyPr anchor="t" rtlCol="false" tIns="0" lIns="0" bIns="0" rIns="0">
            <a:spAutoFit/>
          </a:bodyPr>
          <a:lstStyle/>
          <a:p>
            <a:pPr algn="l" marL="0" indent="0" lvl="0">
              <a:lnSpc>
                <a:spcPts val="3020"/>
              </a:lnSpc>
            </a:pPr>
            <a:r>
              <a:rPr lang="en-US" sz="2000">
                <a:solidFill>
                  <a:srgbClr val="FDFDFD"/>
                </a:solidFill>
                <a:latin typeface="Poppins"/>
                <a:ea typeface="Poppins"/>
                <a:cs typeface="Poppins"/>
                <a:sym typeface="Poppins"/>
              </a:rPr>
              <a:t>New features are getting cooked to meet your needs and wants..</a:t>
            </a:r>
          </a:p>
        </p:txBody>
      </p:sp>
      <p:sp>
        <p:nvSpPr>
          <p:cNvPr name="TextBox 23" id="23"/>
          <p:cNvSpPr txBox="true"/>
          <p:nvPr/>
        </p:nvSpPr>
        <p:spPr>
          <a:xfrm rot="0">
            <a:off x="2648902" y="8021955"/>
            <a:ext cx="3457014" cy="387985"/>
          </a:xfrm>
          <a:prstGeom prst="rect">
            <a:avLst/>
          </a:prstGeom>
        </p:spPr>
        <p:txBody>
          <a:bodyPr anchor="t" rtlCol="false" tIns="0" lIns="0" bIns="0" rIns="0">
            <a:spAutoFit/>
          </a:bodyPr>
          <a:lstStyle/>
          <a:p>
            <a:pPr algn="l" marL="0" indent="0" lvl="0">
              <a:lnSpc>
                <a:spcPts val="3020"/>
              </a:lnSpc>
            </a:pPr>
            <a:r>
              <a:rPr lang="en-US" sz="2000" u="sng">
                <a:solidFill>
                  <a:srgbClr val="FDFDFD"/>
                </a:solidFill>
                <a:latin typeface="Poppins"/>
                <a:ea typeface="Poppins"/>
                <a:cs typeface="Poppins"/>
                <a:sym typeface="Poppins"/>
                <a:hlinkClick r:id="rId3" tooltip="http://litscope.vercel.app"/>
              </a:rPr>
              <a:t>www.litscope.vercel.app</a:t>
            </a:r>
          </a:p>
        </p:txBody>
      </p:sp>
      <p:grpSp>
        <p:nvGrpSpPr>
          <p:cNvPr name="Group 24" id="24"/>
          <p:cNvGrpSpPr>
            <a:grpSpLocks noChangeAspect="true"/>
          </p:cNvGrpSpPr>
          <p:nvPr/>
        </p:nvGrpSpPr>
        <p:grpSpPr>
          <a:xfrm rot="0">
            <a:off x="8624888" y="3387090"/>
            <a:ext cx="9521190" cy="5461239"/>
            <a:chOff x="0" y="0"/>
            <a:chExt cx="7981950" cy="4578350"/>
          </a:xfrm>
        </p:grpSpPr>
        <p:sp>
          <p:nvSpPr>
            <p:cNvPr name="Freeform 25" id="25"/>
            <p:cNvSpPr/>
            <p:nvPr/>
          </p:nvSpPr>
          <p:spPr>
            <a:xfrm flipH="false" flipV="false" rot="0">
              <a:off x="765810" y="21590"/>
              <a:ext cx="6451600" cy="4326890"/>
            </a:xfrm>
            <a:custGeom>
              <a:avLst/>
              <a:gdLst/>
              <a:ahLst/>
              <a:cxnLst/>
              <a:rect r="r" b="b" t="t" l="l"/>
              <a:pathLst>
                <a:path h="4326890" w="6451600">
                  <a:moveTo>
                    <a:pt x="6224270" y="0"/>
                  </a:moveTo>
                  <a:lnTo>
                    <a:pt x="226060" y="0"/>
                  </a:lnTo>
                  <a:cubicBezTo>
                    <a:pt x="101600" y="0"/>
                    <a:pt x="0" y="101600"/>
                    <a:pt x="0" y="226060"/>
                  </a:cubicBezTo>
                  <a:lnTo>
                    <a:pt x="0" y="4326890"/>
                  </a:lnTo>
                  <a:lnTo>
                    <a:pt x="6451601" y="4326890"/>
                  </a:lnTo>
                  <a:lnTo>
                    <a:pt x="6451601" y="226060"/>
                  </a:lnTo>
                  <a:cubicBezTo>
                    <a:pt x="6450331" y="101600"/>
                    <a:pt x="6348731" y="0"/>
                    <a:pt x="6224270" y="0"/>
                  </a:cubicBezTo>
                  <a:close/>
                  <a:moveTo>
                    <a:pt x="6252210" y="4043680"/>
                  </a:moveTo>
                  <a:lnTo>
                    <a:pt x="196851" y="4043680"/>
                  </a:lnTo>
                  <a:lnTo>
                    <a:pt x="196851" y="255270"/>
                  </a:lnTo>
                  <a:lnTo>
                    <a:pt x="6252210" y="255270"/>
                  </a:lnTo>
                  <a:lnTo>
                    <a:pt x="6252210" y="4043680"/>
                  </a:lnTo>
                  <a:close/>
                </a:path>
              </a:pathLst>
            </a:custGeom>
            <a:solidFill>
              <a:srgbClr val="171616"/>
            </a:solidFill>
          </p:spPr>
        </p:sp>
        <p:sp>
          <p:nvSpPr>
            <p:cNvPr name="Freeform 26" id="26"/>
            <p:cNvSpPr/>
            <p:nvPr/>
          </p:nvSpPr>
          <p:spPr>
            <a:xfrm flipH="false" flipV="false" rot="0">
              <a:off x="0" y="0"/>
              <a:ext cx="7981950" cy="4542790"/>
            </a:xfrm>
            <a:custGeom>
              <a:avLst/>
              <a:gdLst/>
              <a:ahLst/>
              <a:cxnLst/>
              <a:rect r="r" b="b" t="t" l="l"/>
              <a:pathLst>
                <a:path h="4542790" w="7981950">
                  <a:moveTo>
                    <a:pt x="7239000" y="4348480"/>
                  </a:moveTo>
                  <a:lnTo>
                    <a:pt x="7239000" y="243840"/>
                  </a:lnTo>
                  <a:cubicBezTo>
                    <a:pt x="7239000" y="109220"/>
                    <a:pt x="7129780" y="0"/>
                    <a:pt x="6995160" y="0"/>
                  </a:cubicBezTo>
                  <a:lnTo>
                    <a:pt x="985520" y="0"/>
                  </a:lnTo>
                  <a:cubicBezTo>
                    <a:pt x="852170" y="0"/>
                    <a:pt x="742950" y="109220"/>
                    <a:pt x="742950" y="243840"/>
                  </a:cubicBezTo>
                  <a:lnTo>
                    <a:pt x="742950" y="4349750"/>
                  </a:lnTo>
                  <a:lnTo>
                    <a:pt x="0" y="4349750"/>
                  </a:lnTo>
                  <a:lnTo>
                    <a:pt x="0" y="4447540"/>
                  </a:lnTo>
                  <a:cubicBezTo>
                    <a:pt x="0" y="4500880"/>
                    <a:pt x="43180" y="4542790"/>
                    <a:pt x="95250" y="4542790"/>
                  </a:cubicBezTo>
                  <a:lnTo>
                    <a:pt x="7886700" y="4542790"/>
                  </a:lnTo>
                  <a:cubicBezTo>
                    <a:pt x="7940040" y="4542790"/>
                    <a:pt x="7981950" y="4499610"/>
                    <a:pt x="7981950" y="4447540"/>
                  </a:cubicBezTo>
                  <a:lnTo>
                    <a:pt x="7981950" y="4349750"/>
                  </a:lnTo>
                  <a:lnTo>
                    <a:pt x="7239000" y="4349750"/>
                  </a:lnTo>
                  <a:close/>
                  <a:moveTo>
                    <a:pt x="4519930" y="4348480"/>
                  </a:moveTo>
                  <a:lnTo>
                    <a:pt x="4519930" y="4349750"/>
                  </a:lnTo>
                  <a:cubicBezTo>
                    <a:pt x="4519930" y="4403090"/>
                    <a:pt x="4476750" y="4445000"/>
                    <a:pt x="4424680" y="4445000"/>
                  </a:cubicBezTo>
                  <a:lnTo>
                    <a:pt x="3557270" y="4445000"/>
                  </a:lnTo>
                  <a:cubicBezTo>
                    <a:pt x="3503930" y="4445000"/>
                    <a:pt x="3462020" y="4401820"/>
                    <a:pt x="3462020" y="4349750"/>
                  </a:cubicBezTo>
                  <a:lnTo>
                    <a:pt x="3462020" y="4348480"/>
                  </a:lnTo>
                  <a:lnTo>
                    <a:pt x="765810" y="4348480"/>
                  </a:lnTo>
                  <a:lnTo>
                    <a:pt x="765810" y="247650"/>
                  </a:lnTo>
                  <a:cubicBezTo>
                    <a:pt x="765810" y="123190"/>
                    <a:pt x="867410" y="21590"/>
                    <a:pt x="991870" y="21590"/>
                  </a:cubicBezTo>
                  <a:lnTo>
                    <a:pt x="6990080" y="21590"/>
                  </a:lnTo>
                  <a:cubicBezTo>
                    <a:pt x="7114539" y="21590"/>
                    <a:pt x="7216139" y="123190"/>
                    <a:pt x="7216139" y="247650"/>
                  </a:cubicBezTo>
                  <a:lnTo>
                    <a:pt x="7216139" y="4348480"/>
                  </a:lnTo>
                  <a:lnTo>
                    <a:pt x="4519930" y="4348480"/>
                  </a:lnTo>
                  <a:close/>
                </a:path>
              </a:pathLst>
            </a:custGeom>
            <a:solidFill>
              <a:srgbClr val="968CE4"/>
            </a:solidFill>
          </p:spPr>
        </p:sp>
        <p:sp>
          <p:nvSpPr>
            <p:cNvPr name="Freeform 27" id="27"/>
            <p:cNvSpPr/>
            <p:nvPr/>
          </p:nvSpPr>
          <p:spPr>
            <a:xfrm flipH="false" flipV="false" rot="0">
              <a:off x="3460750" y="4349750"/>
              <a:ext cx="1059180" cy="96520"/>
            </a:xfrm>
            <a:custGeom>
              <a:avLst/>
              <a:gdLst/>
              <a:ahLst/>
              <a:cxnLst/>
              <a:rect r="r" b="b" t="t" l="l"/>
              <a:pathLst>
                <a:path h="96520" w="1059180">
                  <a:moveTo>
                    <a:pt x="96520" y="96520"/>
                  </a:moveTo>
                  <a:lnTo>
                    <a:pt x="963930" y="96520"/>
                  </a:lnTo>
                  <a:cubicBezTo>
                    <a:pt x="1017270" y="96520"/>
                    <a:pt x="1059180" y="53340"/>
                    <a:pt x="1059180" y="1270"/>
                  </a:cubicBezTo>
                  <a:lnTo>
                    <a:pt x="1059180" y="0"/>
                  </a:lnTo>
                  <a:lnTo>
                    <a:pt x="0" y="0"/>
                  </a:lnTo>
                  <a:lnTo>
                    <a:pt x="0" y="1270"/>
                  </a:lnTo>
                  <a:cubicBezTo>
                    <a:pt x="0" y="53340"/>
                    <a:pt x="43180" y="96520"/>
                    <a:pt x="96520" y="96520"/>
                  </a:cubicBezTo>
                  <a:close/>
                </a:path>
              </a:pathLst>
            </a:custGeom>
            <a:solidFill>
              <a:srgbClr val="6B64B8"/>
            </a:solidFill>
          </p:spPr>
        </p:sp>
        <p:sp>
          <p:nvSpPr>
            <p:cNvPr name="Freeform 28" id="28"/>
            <p:cNvSpPr/>
            <p:nvPr/>
          </p:nvSpPr>
          <p:spPr>
            <a:xfrm flipH="false" flipV="false" rot="0">
              <a:off x="163830" y="4542790"/>
              <a:ext cx="7654290" cy="35560"/>
            </a:xfrm>
            <a:custGeom>
              <a:avLst/>
              <a:gdLst/>
              <a:ahLst/>
              <a:cxnLst/>
              <a:rect r="r" b="b" t="t" l="l"/>
              <a:pathLst>
                <a:path h="35560" w="7654290">
                  <a:moveTo>
                    <a:pt x="0" y="0"/>
                  </a:moveTo>
                  <a:cubicBezTo>
                    <a:pt x="0" y="20320"/>
                    <a:pt x="16510" y="35560"/>
                    <a:pt x="35560" y="35560"/>
                  </a:cubicBezTo>
                  <a:lnTo>
                    <a:pt x="7618730" y="35560"/>
                  </a:lnTo>
                  <a:cubicBezTo>
                    <a:pt x="7639050" y="35560"/>
                    <a:pt x="7654290" y="19050"/>
                    <a:pt x="7654290" y="0"/>
                  </a:cubicBezTo>
                  <a:lnTo>
                    <a:pt x="0" y="0"/>
                  </a:lnTo>
                  <a:close/>
                </a:path>
              </a:pathLst>
            </a:custGeom>
            <a:solidFill>
              <a:srgbClr val="6B64B8"/>
            </a:solidFill>
          </p:spPr>
        </p:sp>
        <p:sp>
          <p:nvSpPr>
            <p:cNvPr name="Freeform 29" id="29"/>
            <p:cNvSpPr/>
            <p:nvPr/>
          </p:nvSpPr>
          <p:spPr>
            <a:xfrm flipH="false" flipV="false" rot="0">
              <a:off x="962660" y="276860"/>
              <a:ext cx="6055360" cy="3789680"/>
            </a:xfrm>
            <a:custGeom>
              <a:avLst/>
              <a:gdLst/>
              <a:ahLst/>
              <a:cxnLst/>
              <a:rect r="r" b="b" t="t" l="l"/>
              <a:pathLst>
                <a:path h="3789680" w="6055360">
                  <a:moveTo>
                    <a:pt x="0" y="0"/>
                  </a:moveTo>
                  <a:lnTo>
                    <a:pt x="6055360" y="0"/>
                  </a:lnTo>
                  <a:lnTo>
                    <a:pt x="6055360" y="3789680"/>
                  </a:lnTo>
                  <a:lnTo>
                    <a:pt x="0" y="3789680"/>
                  </a:lnTo>
                  <a:close/>
                </a:path>
              </a:pathLst>
            </a:custGeom>
            <a:solidFill>
              <a:srgbClr val="414040"/>
            </a:solidFill>
            <a:ln w="12700">
              <a:solidFill>
                <a:srgbClr val="000000"/>
              </a:solidFill>
            </a:ln>
          </p:spPr>
        </p:sp>
      </p:grpSp>
      <p:grpSp>
        <p:nvGrpSpPr>
          <p:cNvPr name="Group 30" id="30"/>
          <p:cNvGrpSpPr>
            <a:grpSpLocks noChangeAspect="true"/>
          </p:cNvGrpSpPr>
          <p:nvPr/>
        </p:nvGrpSpPr>
        <p:grpSpPr>
          <a:xfrm rot="0">
            <a:off x="8057477" y="5143500"/>
            <a:ext cx="2173046" cy="4299744"/>
            <a:chOff x="0" y="0"/>
            <a:chExt cx="2620010" cy="5184140"/>
          </a:xfrm>
        </p:grpSpPr>
        <p:sp>
          <p:nvSpPr>
            <p:cNvPr name="Freeform 31" id="31"/>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171616"/>
            </a:solidFill>
          </p:spPr>
        </p:sp>
        <p:sp>
          <p:nvSpPr>
            <p:cNvPr name="Freeform 32" id="32"/>
            <p:cNvSpPr/>
            <p:nvPr/>
          </p:nvSpPr>
          <p:spPr>
            <a:xfrm flipH="false" flipV="false" rot="0">
              <a:off x="185420" y="156210"/>
              <a:ext cx="2251710" cy="4876800"/>
            </a:xfrm>
            <a:custGeom>
              <a:avLst/>
              <a:gdLst/>
              <a:ahLst/>
              <a:cxnLst/>
              <a:rect r="r" b="b" t="t" l="l"/>
              <a:pathLst>
                <a:path h="4876800" w="225171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solidFill>
              <a:srgbClr val="414040"/>
            </a:solidFill>
            <a:ln w="12700">
              <a:solidFill>
                <a:srgbClr val="000000"/>
              </a:solidFill>
            </a:ln>
          </p:spPr>
        </p:sp>
        <p:sp>
          <p:nvSpPr>
            <p:cNvPr name="Freeform 33" id="33"/>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14C9D"/>
            </a:solidFill>
          </p:spPr>
        </p:sp>
        <p:sp>
          <p:nvSpPr>
            <p:cNvPr name="Freeform 34" id="34"/>
            <p:cNvSpPr/>
            <p:nvPr/>
          </p:nvSpPr>
          <p:spPr>
            <a:xfrm flipH="false" flipV="false" rot="0">
              <a:off x="1578312" y="187909"/>
              <a:ext cx="66636" cy="63602"/>
            </a:xfrm>
            <a:custGeom>
              <a:avLst/>
              <a:gdLst/>
              <a:ahLst/>
              <a:cxnLst/>
              <a:rect r="r" b="b" t="t" l="l"/>
              <a:pathLst>
                <a:path h="63602" w="66636">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514C9D"/>
            </a:solidFill>
          </p:spPr>
        </p:sp>
        <p:sp>
          <p:nvSpPr>
            <p:cNvPr name="Freeform 35" id="35"/>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514C9D"/>
            </a:solidFill>
          </p:spPr>
        </p:sp>
        <p:sp>
          <p:nvSpPr>
            <p:cNvPr name="Freeform 36" id="36"/>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968CE4"/>
            </a:solidFill>
          </p:spPr>
        </p:sp>
        <p:sp>
          <p:nvSpPr>
            <p:cNvPr name="Freeform 37" id="37"/>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968CE4"/>
            </a:solidFill>
          </p:spPr>
        </p:sp>
        <p:sp>
          <p:nvSpPr>
            <p:cNvPr name="Freeform 38" id="38"/>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968CE4"/>
            </a:solidFill>
          </p:spPr>
        </p:sp>
        <p:sp>
          <p:nvSpPr>
            <p:cNvPr name="Freeform 39" id="39"/>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F0B7D0"/>
            </a:solidFill>
          </p:spPr>
        </p:sp>
      </p:grpSp>
      <p:grpSp>
        <p:nvGrpSpPr>
          <p:cNvPr name="Group 40" id="40"/>
          <p:cNvGrpSpPr/>
          <p:nvPr/>
        </p:nvGrpSpPr>
        <p:grpSpPr>
          <a:xfrm rot="0">
            <a:off x="12272128" y="5555648"/>
            <a:ext cx="2226710" cy="668280"/>
            <a:chOff x="0" y="0"/>
            <a:chExt cx="2968946" cy="891040"/>
          </a:xfrm>
        </p:grpSpPr>
        <p:sp>
          <p:nvSpPr>
            <p:cNvPr name="Freeform 41" id="41"/>
            <p:cNvSpPr/>
            <p:nvPr/>
          </p:nvSpPr>
          <p:spPr>
            <a:xfrm flipH="false" flipV="false" rot="0">
              <a:off x="0" y="0"/>
              <a:ext cx="891040" cy="891040"/>
            </a:xfrm>
            <a:custGeom>
              <a:avLst/>
              <a:gdLst/>
              <a:ahLst/>
              <a:cxnLst/>
              <a:rect r="r" b="b" t="t" l="l"/>
              <a:pathLst>
                <a:path h="891040" w="891040">
                  <a:moveTo>
                    <a:pt x="0" y="0"/>
                  </a:moveTo>
                  <a:lnTo>
                    <a:pt x="891040" y="0"/>
                  </a:lnTo>
                  <a:lnTo>
                    <a:pt x="891040" y="891040"/>
                  </a:lnTo>
                  <a:lnTo>
                    <a:pt x="0" y="891040"/>
                  </a:lnTo>
                  <a:lnTo>
                    <a:pt x="0" y="0"/>
                  </a:lnTo>
                  <a:close/>
                </a:path>
              </a:pathLst>
            </a:custGeom>
            <a:blipFill>
              <a:blip r:embed="rId2"/>
              <a:stretch>
                <a:fillRect l="0" t="0" r="0" b="0"/>
              </a:stretch>
            </a:blipFill>
          </p:spPr>
        </p:sp>
        <p:sp>
          <p:nvSpPr>
            <p:cNvPr name="TextBox 42" id="42"/>
            <p:cNvSpPr txBox="true"/>
            <p:nvPr/>
          </p:nvSpPr>
          <p:spPr>
            <a:xfrm rot="0">
              <a:off x="855978" y="256464"/>
              <a:ext cx="2112968" cy="484333"/>
            </a:xfrm>
            <a:prstGeom prst="rect">
              <a:avLst/>
            </a:prstGeom>
          </p:spPr>
          <p:txBody>
            <a:bodyPr anchor="t" rtlCol="false" tIns="0" lIns="0" bIns="0" rIns="0">
              <a:spAutoFit/>
            </a:bodyPr>
            <a:lstStyle/>
            <a:p>
              <a:pPr algn="l">
                <a:lnSpc>
                  <a:spcPts val="2653"/>
                </a:lnSpc>
              </a:pPr>
              <a:r>
                <a:rPr lang="en-US" sz="2479" b="true">
                  <a:solidFill>
                    <a:srgbClr val="FDFDFD"/>
                  </a:solidFill>
                  <a:latin typeface="Poppins Medium"/>
                  <a:ea typeface="Poppins Medium"/>
                  <a:cs typeface="Poppins Medium"/>
                  <a:sym typeface="Poppins Medium"/>
                </a:rPr>
                <a:t>LitScope</a:t>
              </a:r>
            </a:p>
          </p:txBody>
        </p:sp>
      </p:grpSp>
      <p:sp>
        <p:nvSpPr>
          <p:cNvPr name="TextBox 43" id="43"/>
          <p:cNvSpPr txBox="true"/>
          <p:nvPr/>
        </p:nvSpPr>
        <p:spPr>
          <a:xfrm rot="0">
            <a:off x="12460206" y="6269919"/>
            <a:ext cx="1850554" cy="349989"/>
          </a:xfrm>
          <a:prstGeom prst="rect">
            <a:avLst/>
          </a:prstGeom>
        </p:spPr>
        <p:txBody>
          <a:bodyPr anchor="t" rtlCol="false" tIns="0" lIns="0" bIns="0" rIns="0">
            <a:spAutoFit/>
          </a:bodyPr>
          <a:lstStyle/>
          <a:p>
            <a:pPr algn="ctr">
              <a:lnSpc>
                <a:spcPts val="2753"/>
              </a:lnSpc>
              <a:spcBef>
                <a:spcPct val="0"/>
              </a:spcBef>
            </a:pPr>
            <a:r>
              <a:rPr lang="en-US" sz="1967">
                <a:solidFill>
                  <a:srgbClr val="968CE4"/>
                </a:solidFill>
                <a:latin typeface="Poppins"/>
                <a:ea typeface="Poppins"/>
                <a:cs typeface="Poppins"/>
                <a:sym typeface="Poppins"/>
              </a:rPr>
              <a:t>Coming Soon...</a:t>
            </a:r>
          </a:p>
        </p:txBody>
      </p:sp>
      <p:grpSp>
        <p:nvGrpSpPr>
          <p:cNvPr name="Group 44" id="44"/>
          <p:cNvGrpSpPr/>
          <p:nvPr/>
        </p:nvGrpSpPr>
        <p:grpSpPr>
          <a:xfrm rot="0">
            <a:off x="8479493" y="6424620"/>
            <a:ext cx="1329015" cy="1127870"/>
            <a:chOff x="0" y="0"/>
            <a:chExt cx="1772020" cy="1503827"/>
          </a:xfrm>
        </p:grpSpPr>
        <p:sp>
          <p:nvSpPr>
            <p:cNvPr name="TextBox 45" id="45"/>
            <p:cNvSpPr txBox="true"/>
            <p:nvPr/>
          </p:nvSpPr>
          <p:spPr>
            <a:xfrm rot="0">
              <a:off x="0" y="1214189"/>
              <a:ext cx="1772020" cy="289638"/>
            </a:xfrm>
            <a:prstGeom prst="rect">
              <a:avLst/>
            </a:prstGeom>
          </p:spPr>
          <p:txBody>
            <a:bodyPr anchor="t" rtlCol="false" tIns="0" lIns="0" bIns="0" rIns="0">
              <a:spAutoFit/>
            </a:bodyPr>
            <a:lstStyle/>
            <a:p>
              <a:pPr algn="ctr">
                <a:lnSpc>
                  <a:spcPts val="1584"/>
                </a:lnSpc>
              </a:pPr>
              <a:r>
                <a:rPr lang="en-US" sz="1480">
                  <a:solidFill>
                    <a:srgbClr val="FDFDFD"/>
                  </a:solidFill>
                  <a:latin typeface="Poppins"/>
                  <a:ea typeface="Poppins"/>
                  <a:cs typeface="Poppins"/>
                  <a:sym typeface="Poppins"/>
                </a:rPr>
                <a:t>LitScope</a:t>
              </a:r>
            </a:p>
          </p:txBody>
        </p:sp>
        <p:sp>
          <p:nvSpPr>
            <p:cNvPr name="Freeform 46" id="46"/>
            <p:cNvSpPr/>
            <p:nvPr/>
          </p:nvSpPr>
          <p:spPr>
            <a:xfrm flipH="false" flipV="false" rot="0">
              <a:off x="233562" y="0"/>
              <a:ext cx="1281046" cy="1281046"/>
            </a:xfrm>
            <a:custGeom>
              <a:avLst/>
              <a:gdLst/>
              <a:ahLst/>
              <a:cxnLst/>
              <a:rect r="r" b="b" t="t" l="l"/>
              <a:pathLst>
                <a:path h="1281046" w="1281046">
                  <a:moveTo>
                    <a:pt x="0" y="0"/>
                  </a:moveTo>
                  <a:lnTo>
                    <a:pt x="1281046" y="0"/>
                  </a:lnTo>
                  <a:lnTo>
                    <a:pt x="1281046" y="1281046"/>
                  </a:lnTo>
                  <a:lnTo>
                    <a:pt x="0" y="1281046"/>
                  </a:lnTo>
                  <a:lnTo>
                    <a:pt x="0" y="0"/>
                  </a:lnTo>
                  <a:close/>
                </a:path>
              </a:pathLst>
            </a:custGeom>
            <a:blipFill>
              <a:blip r:embed="rId2"/>
              <a:stretch>
                <a:fillRect l="0" t="0" r="0" b="0"/>
              </a:stretch>
            </a:blipFill>
          </p:spPr>
        </p:sp>
      </p:grpSp>
      <p:sp>
        <p:nvSpPr>
          <p:cNvPr name="TextBox 47" id="47"/>
          <p:cNvSpPr txBox="true"/>
          <p:nvPr/>
        </p:nvSpPr>
        <p:spPr>
          <a:xfrm rot="0">
            <a:off x="8359862" y="7690349"/>
            <a:ext cx="1568276" cy="300459"/>
          </a:xfrm>
          <a:prstGeom prst="rect">
            <a:avLst/>
          </a:prstGeom>
        </p:spPr>
        <p:txBody>
          <a:bodyPr anchor="t" rtlCol="false" tIns="0" lIns="0" bIns="0" rIns="0">
            <a:spAutoFit/>
          </a:bodyPr>
          <a:lstStyle/>
          <a:p>
            <a:pPr algn="ctr">
              <a:lnSpc>
                <a:spcPts val="2333"/>
              </a:lnSpc>
              <a:spcBef>
                <a:spcPct val="0"/>
              </a:spcBef>
            </a:pPr>
            <a:r>
              <a:rPr lang="en-US" sz="1667">
                <a:solidFill>
                  <a:srgbClr val="968CE4"/>
                </a:solidFill>
                <a:latin typeface="Poppins"/>
                <a:ea typeface="Poppins"/>
                <a:cs typeface="Poppins"/>
                <a:sym typeface="Poppins"/>
              </a:rPr>
              <a:t>Coming Soon...</a:t>
            </a:r>
          </a:p>
        </p:txBody>
      </p:sp>
    </p:spTree>
  </p:cSld>
  <p:clrMapOvr>
    <a:masterClrMapping/>
  </p:clrMapOvr>
  <p:transition spd="slow">
    <p:push dir="l"/>
  </p:transition>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6B64B8"/>
        </a:solidFill>
      </p:bgPr>
    </p:bg>
    <p:spTree>
      <p:nvGrpSpPr>
        <p:cNvPr id="1" name=""/>
        <p:cNvGrpSpPr/>
        <p:nvPr/>
      </p:nvGrpSpPr>
      <p:grpSpPr>
        <a:xfrm>
          <a:off x="0" y="0"/>
          <a:ext cx="0" cy="0"/>
          <a:chOff x="0" y="0"/>
          <a:chExt cx="0" cy="0"/>
        </a:xfrm>
      </p:grpSpPr>
      <p:grpSp>
        <p:nvGrpSpPr>
          <p:cNvPr name="Group 2" id="2"/>
          <p:cNvGrpSpPr/>
          <p:nvPr/>
        </p:nvGrpSpPr>
        <p:grpSpPr>
          <a:xfrm rot="524141">
            <a:off x="-720571" y="-1702946"/>
            <a:ext cx="4544240" cy="5877852"/>
            <a:chOff x="0" y="0"/>
            <a:chExt cx="665246" cy="860478"/>
          </a:xfrm>
        </p:grpSpPr>
        <p:sp>
          <p:nvSpPr>
            <p:cNvPr name="Freeform 3" id="3"/>
            <p:cNvSpPr/>
            <p:nvPr/>
          </p:nvSpPr>
          <p:spPr>
            <a:xfrm flipH="false" flipV="false" rot="0">
              <a:off x="0" y="0"/>
              <a:ext cx="665246" cy="860478"/>
            </a:xfrm>
            <a:custGeom>
              <a:avLst/>
              <a:gdLst/>
              <a:ahLst/>
              <a:cxnLst/>
              <a:rect r="r" b="b" t="t" l="l"/>
              <a:pathLst>
                <a:path h="860478" w="665246">
                  <a:moveTo>
                    <a:pt x="115850" y="0"/>
                  </a:moveTo>
                  <a:lnTo>
                    <a:pt x="549396" y="0"/>
                  </a:lnTo>
                  <a:cubicBezTo>
                    <a:pt x="580122" y="0"/>
                    <a:pt x="609588" y="12206"/>
                    <a:pt x="631315" y="33932"/>
                  </a:cubicBezTo>
                  <a:cubicBezTo>
                    <a:pt x="653041" y="55658"/>
                    <a:pt x="665246" y="85125"/>
                    <a:pt x="665246" y="115850"/>
                  </a:cubicBezTo>
                  <a:lnTo>
                    <a:pt x="665246" y="744628"/>
                  </a:lnTo>
                  <a:cubicBezTo>
                    <a:pt x="665246" y="808610"/>
                    <a:pt x="613378" y="860478"/>
                    <a:pt x="549396" y="860478"/>
                  </a:cubicBezTo>
                  <a:lnTo>
                    <a:pt x="115850" y="860478"/>
                  </a:lnTo>
                  <a:cubicBezTo>
                    <a:pt x="51868" y="860478"/>
                    <a:pt x="0" y="808610"/>
                    <a:pt x="0" y="744628"/>
                  </a:cubicBezTo>
                  <a:lnTo>
                    <a:pt x="0" y="115850"/>
                  </a:lnTo>
                  <a:cubicBezTo>
                    <a:pt x="0" y="51868"/>
                    <a:pt x="51868" y="0"/>
                    <a:pt x="115850" y="0"/>
                  </a:cubicBezTo>
                  <a:close/>
                </a:path>
              </a:pathLst>
            </a:custGeom>
            <a:solidFill>
              <a:srgbClr val="171616"/>
            </a:solidFill>
          </p:spPr>
        </p:sp>
        <p:sp>
          <p:nvSpPr>
            <p:cNvPr name="TextBox 4" id="4"/>
            <p:cNvSpPr txBox="true"/>
            <p:nvPr/>
          </p:nvSpPr>
          <p:spPr>
            <a:xfrm>
              <a:off x="0" y="-57150"/>
              <a:ext cx="665246" cy="91762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524141">
            <a:off x="13605760" y="7094792"/>
            <a:ext cx="7307079" cy="9451509"/>
            <a:chOff x="0" y="0"/>
            <a:chExt cx="665246" cy="860478"/>
          </a:xfrm>
        </p:grpSpPr>
        <p:sp>
          <p:nvSpPr>
            <p:cNvPr name="Freeform 6" id="6"/>
            <p:cNvSpPr/>
            <p:nvPr/>
          </p:nvSpPr>
          <p:spPr>
            <a:xfrm flipH="false" flipV="false" rot="0">
              <a:off x="0" y="0"/>
              <a:ext cx="665246" cy="860478"/>
            </a:xfrm>
            <a:custGeom>
              <a:avLst/>
              <a:gdLst/>
              <a:ahLst/>
              <a:cxnLst/>
              <a:rect r="r" b="b" t="t" l="l"/>
              <a:pathLst>
                <a:path h="860478" w="665246">
                  <a:moveTo>
                    <a:pt x="72047" y="0"/>
                  </a:moveTo>
                  <a:lnTo>
                    <a:pt x="593200" y="0"/>
                  </a:lnTo>
                  <a:cubicBezTo>
                    <a:pt x="612308" y="0"/>
                    <a:pt x="630633" y="7591"/>
                    <a:pt x="644144" y="21102"/>
                  </a:cubicBezTo>
                  <a:cubicBezTo>
                    <a:pt x="657656" y="34613"/>
                    <a:pt x="665246" y="52939"/>
                    <a:pt x="665246" y="72047"/>
                  </a:cubicBezTo>
                  <a:lnTo>
                    <a:pt x="665246" y="788431"/>
                  </a:lnTo>
                  <a:cubicBezTo>
                    <a:pt x="665246" y="807539"/>
                    <a:pt x="657656" y="825865"/>
                    <a:pt x="644144" y="839376"/>
                  </a:cubicBezTo>
                  <a:cubicBezTo>
                    <a:pt x="630633" y="852887"/>
                    <a:pt x="612308" y="860478"/>
                    <a:pt x="593200" y="860478"/>
                  </a:cubicBezTo>
                  <a:lnTo>
                    <a:pt x="72047" y="860478"/>
                  </a:lnTo>
                  <a:cubicBezTo>
                    <a:pt x="52939" y="860478"/>
                    <a:pt x="34613" y="852887"/>
                    <a:pt x="21102" y="839376"/>
                  </a:cubicBezTo>
                  <a:cubicBezTo>
                    <a:pt x="7591" y="825865"/>
                    <a:pt x="0" y="807539"/>
                    <a:pt x="0" y="788431"/>
                  </a:cubicBezTo>
                  <a:lnTo>
                    <a:pt x="0" y="72047"/>
                  </a:lnTo>
                  <a:cubicBezTo>
                    <a:pt x="0" y="52939"/>
                    <a:pt x="7591" y="34613"/>
                    <a:pt x="21102" y="21102"/>
                  </a:cubicBezTo>
                  <a:cubicBezTo>
                    <a:pt x="34613" y="7591"/>
                    <a:pt x="52939" y="0"/>
                    <a:pt x="72047" y="0"/>
                  </a:cubicBezTo>
                  <a:close/>
                </a:path>
              </a:pathLst>
            </a:custGeom>
            <a:solidFill>
              <a:srgbClr val="171616"/>
            </a:solidFill>
          </p:spPr>
        </p:sp>
        <p:sp>
          <p:nvSpPr>
            <p:cNvPr name="TextBox 7" id="7"/>
            <p:cNvSpPr txBox="true"/>
            <p:nvPr/>
          </p:nvSpPr>
          <p:spPr>
            <a:xfrm>
              <a:off x="0" y="-57150"/>
              <a:ext cx="665246" cy="917628"/>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9449703" y="1042777"/>
            <a:ext cx="1551389" cy="422257"/>
            <a:chOff x="0" y="0"/>
            <a:chExt cx="531257" cy="144598"/>
          </a:xfrm>
        </p:grpSpPr>
        <p:sp>
          <p:nvSpPr>
            <p:cNvPr name="Freeform 9" id="9"/>
            <p:cNvSpPr/>
            <p:nvPr/>
          </p:nvSpPr>
          <p:spPr>
            <a:xfrm flipH="false" flipV="false" rot="0">
              <a:off x="0" y="0"/>
              <a:ext cx="531257" cy="144598"/>
            </a:xfrm>
            <a:custGeom>
              <a:avLst/>
              <a:gdLst/>
              <a:ahLst/>
              <a:cxnLst/>
              <a:rect r="r" b="b" t="t" l="l"/>
              <a:pathLst>
                <a:path h="144598" w="531257">
                  <a:moveTo>
                    <a:pt x="49903" y="0"/>
                  </a:moveTo>
                  <a:lnTo>
                    <a:pt x="481354" y="0"/>
                  </a:lnTo>
                  <a:cubicBezTo>
                    <a:pt x="508915" y="0"/>
                    <a:pt x="531257" y="22342"/>
                    <a:pt x="531257" y="49903"/>
                  </a:cubicBezTo>
                  <a:lnTo>
                    <a:pt x="531257" y="94694"/>
                  </a:lnTo>
                  <a:cubicBezTo>
                    <a:pt x="531257" y="122255"/>
                    <a:pt x="508915" y="144598"/>
                    <a:pt x="481354" y="144598"/>
                  </a:cubicBezTo>
                  <a:lnTo>
                    <a:pt x="49903" y="144598"/>
                  </a:lnTo>
                  <a:cubicBezTo>
                    <a:pt x="36668" y="144598"/>
                    <a:pt x="23975" y="139340"/>
                    <a:pt x="14616" y="129981"/>
                  </a:cubicBezTo>
                  <a:cubicBezTo>
                    <a:pt x="5258" y="120623"/>
                    <a:pt x="0" y="107930"/>
                    <a:pt x="0" y="94694"/>
                  </a:cubicBezTo>
                  <a:lnTo>
                    <a:pt x="0" y="49903"/>
                  </a:lnTo>
                  <a:cubicBezTo>
                    <a:pt x="0" y="22342"/>
                    <a:pt x="22342" y="0"/>
                    <a:pt x="49903" y="0"/>
                  </a:cubicBezTo>
                  <a:close/>
                </a:path>
              </a:pathLst>
            </a:custGeom>
            <a:solidFill>
              <a:srgbClr val="514C9D"/>
            </a:solidFill>
            <a:ln cap="sq">
              <a:noFill/>
              <a:prstDash val="solid"/>
              <a:miter/>
            </a:ln>
          </p:spPr>
        </p:sp>
        <p:sp>
          <p:nvSpPr>
            <p:cNvPr name="TextBox 10" id="10"/>
            <p:cNvSpPr txBox="true"/>
            <p:nvPr/>
          </p:nvSpPr>
          <p:spPr>
            <a:xfrm>
              <a:off x="0" y="-57150"/>
              <a:ext cx="531257" cy="201748"/>
            </a:xfrm>
            <a:prstGeom prst="rect">
              <a:avLst/>
            </a:prstGeom>
          </p:spPr>
          <p:txBody>
            <a:bodyPr anchor="ctr" rtlCol="false" tIns="50800" lIns="50800" bIns="50800" rIns="50800"/>
            <a:lstStyle/>
            <a:p>
              <a:pPr algn="ctr" marL="0" indent="0" lvl="0">
                <a:lnSpc>
                  <a:spcPts val="2520"/>
                </a:lnSpc>
                <a:spcBef>
                  <a:spcPct val="0"/>
                </a:spcBef>
              </a:pPr>
            </a:p>
          </p:txBody>
        </p:sp>
      </p:grpSp>
      <p:grpSp>
        <p:nvGrpSpPr>
          <p:cNvPr name="Group 11" id="11"/>
          <p:cNvGrpSpPr/>
          <p:nvPr/>
        </p:nvGrpSpPr>
        <p:grpSpPr>
          <a:xfrm rot="0">
            <a:off x="9778736" y="2698327"/>
            <a:ext cx="6772266" cy="1787568"/>
            <a:chOff x="0" y="0"/>
            <a:chExt cx="1490916" cy="393534"/>
          </a:xfrm>
        </p:grpSpPr>
        <p:sp>
          <p:nvSpPr>
            <p:cNvPr name="Freeform 12" id="12"/>
            <p:cNvSpPr/>
            <p:nvPr/>
          </p:nvSpPr>
          <p:spPr>
            <a:xfrm flipH="false" flipV="false" rot="0">
              <a:off x="0" y="0"/>
              <a:ext cx="1490916" cy="393534"/>
            </a:xfrm>
            <a:custGeom>
              <a:avLst/>
              <a:gdLst/>
              <a:ahLst/>
              <a:cxnLst/>
              <a:rect r="r" b="b" t="t" l="l"/>
              <a:pathLst>
                <a:path h="393534" w="1490916">
                  <a:moveTo>
                    <a:pt x="21720" y="0"/>
                  </a:moveTo>
                  <a:lnTo>
                    <a:pt x="1469196" y="0"/>
                  </a:lnTo>
                  <a:cubicBezTo>
                    <a:pt x="1481192" y="0"/>
                    <a:pt x="1490916" y="9725"/>
                    <a:pt x="1490916" y="21720"/>
                  </a:cubicBezTo>
                  <a:lnTo>
                    <a:pt x="1490916" y="371813"/>
                  </a:lnTo>
                  <a:cubicBezTo>
                    <a:pt x="1490916" y="383809"/>
                    <a:pt x="1481192" y="393534"/>
                    <a:pt x="1469196" y="393534"/>
                  </a:cubicBezTo>
                  <a:lnTo>
                    <a:pt x="21720" y="393534"/>
                  </a:lnTo>
                  <a:cubicBezTo>
                    <a:pt x="9725" y="393534"/>
                    <a:pt x="0" y="383809"/>
                    <a:pt x="0" y="371813"/>
                  </a:cubicBezTo>
                  <a:lnTo>
                    <a:pt x="0" y="21720"/>
                  </a:lnTo>
                  <a:cubicBezTo>
                    <a:pt x="0" y="9725"/>
                    <a:pt x="9725" y="0"/>
                    <a:pt x="21720" y="0"/>
                  </a:cubicBezTo>
                  <a:close/>
                </a:path>
              </a:pathLst>
            </a:custGeom>
            <a:solidFill>
              <a:srgbClr val="2B2A2A"/>
            </a:solidFill>
            <a:ln cap="sq">
              <a:noFill/>
              <a:prstDash val="solid"/>
              <a:miter/>
            </a:ln>
          </p:spPr>
        </p:sp>
        <p:sp>
          <p:nvSpPr>
            <p:cNvPr name="TextBox 13" id="13"/>
            <p:cNvSpPr txBox="true"/>
            <p:nvPr/>
          </p:nvSpPr>
          <p:spPr>
            <a:xfrm>
              <a:off x="0" y="-57150"/>
              <a:ext cx="1490916" cy="450684"/>
            </a:xfrm>
            <a:prstGeom prst="rect">
              <a:avLst/>
            </a:prstGeom>
          </p:spPr>
          <p:txBody>
            <a:bodyPr anchor="ctr" rtlCol="false" tIns="50800" lIns="50800" bIns="50800" rIns="50800"/>
            <a:lstStyle/>
            <a:p>
              <a:pPr algn="ctr" marL="0" indent="0" lvl="0">
                <a:lnSpc>
                  <a:spcPts val="2520"/>
                </a:lnSpc>
                <a:spcBef>
                  <a:spcPct val="0"/>
                </a:spcBef>
              </a:pPr>
            </a:p>
          </p:txBody>
        </p:sp>
      </p:grpSp>
      <p:grpSp>
        <p:nvGrpSpPr>
          <p:cNvPr name="Group 14" id="14"/>
          <p:cNvGrpSpPr/>
          <p:nvPr/>
        </p:nvGrpSpPr>
        <p:grpSpPr>
          <a:xfrm rot="0">
            <a:off x="9778736" y="4807158"/>
            <a:ext cx="6772266" cy="1787568"/>
            <a:chOff x="0" y="0"/>
            <a:chExt cx="1490916" cy="393534"/>
          </a:xfrm>
        </p:grpSpPr>
        <p:sp>
          <p:nvSpPr>
            <p:cNvPr name="Freeform 15" id="15"/>
            <p:cNvSpPr/>
            <p:nvPr/>
          </p:nvSpPr>
          <p:spPr>
            <a:xfrm flipH="false" flipV="false" rot="0">
              <a:off x="0" y="0"/>
              <a:ext cx="1490916" cy="393534"/>
            </a:xfrm>
            <a:custGeom>
              <a:avLst/>
              <a:gdLst/>
              <a:ahLst/>
              <a:cxnLst/>
              <a:rect r="r" b="b" t="t" l="l"/>
              <a:pathLst>
                <a:path h="393534" w="1490916">
                  <a:moveTo>
                    <a:pt x="21720" y="0"/>
                  </a:moveTo>
                  <a:lnTo>
                    <a:pt x="1469196" y="0"/>
                  </a:lnTo>
                  <a:cubicBezTo>
                    <a:pt x="1481192" y="0"/>
                    <a:pt x="1490916" y="9725"/>
                    <a:pt x="1490916" y="21720"/>
                  </a:cubicBezTo>
                  <a:lnTo>
                    <a:pt x="1490916" y="371813"/>
                  </a:lnTo>
                  <a:cubicBezTo>
                    <a:pt x="1490916" y="383809"/>
                    <a:pt x="1481192" y="393534"/>
                    <a:pt x="1469196" y="393534"/>
                  </a:cubicBezTo>
                  <a:lnTo>
                    <a:pt x="21720" y="393534"/>
                  </a:lnTo>
                  <a:cubicBezTo>
                    <a:pt x="9725" y="393534"/>
                    <a:pt x="0" y="383809"/>
                    <a:pt x="0" y="371813"/>
                  </a:cubicBezTo>
                  <a:lnTo>
                    <a:pt x="0" y="21720"/>
                  </a:lnTo>
                  <a:cubicBezTo>
                    <a:pt x="0" y="9725"/>
                    <a:pt x="9725" y="0"/>
                    <a:pt x="21720" y="0"/>
                  </a:cubicBezTo>
                  <a:close/>
                </a:path>
              </a:pathLst>
            </a:custGeom>
            <a:solidFill>
              <a:srgbClr val="2B2A2A"/>
            </a:solidFill>
            <a:ln cap="sq">
              <a:noFill/>
              <a:prstDash val="solid"/>
              <a:miter/>
            </a:ln>
          </p:spPr>
        </p:sp>
        <p:sp>
          <p:nvSpPr>
            <p:cNvPr name="TextBox 16" id="16"/>
            <p:cNvSpPr txBox="true"/>
            <p:nvPr/>
          </p:nvSpPr>
          <p:spPr>
            <a:xfrm>
              <a:off x="0" y="-57150"/>
              <a:ext cx="1490916" cy="450684"/>
            </a:xfrm>
            <a:prstGeom prst="rect">
              <a:avLst/>
            </a:prstGeom>
          </p:spPr>
          <p:txBody>
            <a:bodyPr anchor="ctr" rtlCol="false" tIns="50800" lIns="50800" bIns="50800" rIns="50800"/>
            <a:lstStyle/>
            <a:p>
              <a:pPr algn="ctr" marL="0" indent="0" lvl="0">
                <a:lnSpc>
                  <a:spcPts val="2520"/>
                </a:lnSpc>
                <a:spcBef>
                  <a:spcPct val="0"/>
                </a:spcBef>
              </a:pPr>
            </a:p>
          </p:txBody>
        </p:sp>
      </p:grpSp>
      <p:grpSp>
        <p:nvGrpSpPr>
          <p:cNvPr name="Group 17" id="17"/>
          <p:cNvGrpSpPr/>
          <p:nvPr/>
        </p:nvGrpSpPr>
        <p:grpSpPr>
          <a:xfrm rot="0">
            <a:off x="9778736" y="7204326"/>
            <a:ext cx="6772266" cy="1787568"/>
            <a:chOff x="0" y="0"/>
            <a:chExt cx="1490916" cy="393534"/>
          </a:xfrm>
        </p:grpSpPr>
        <p:sp>
          <p:nvSpPr>
            <p:cNvPr name="Freeform 18" id="18"/>
            <p:cNvSpPr/>
            <p:nvPr/>
          </p:nvSpPr>
          <p:spPr>
            <a:xfrm flipH="false" flipV="false" rot="0">
              <a:off x="0" y="0"/>
              <a:ext cx="1490916" cy="393534"/>
            </a:xfrm>
            <a:custGeom>
              <a:avLst/>
              <a:gdLst/>
              <a:ahLst/>
              <a:cxnLst/>
              <a:rect r="r" b="b" t="t" l="l"/>
              <a:pathLst>
                <a:path h="393534" w="1490916">
                  <a:moveTo>
                    <a:pt x="21720" y="0"/>
                  </a:moveTo>
                  <a:lnTo>
                    <a:pt x="1469196" y="0"/>
                  </a:lnTo>
                  <a:cubicBezTo>
                    <a:pt x="1481192" y="0"/>
                    <a:pt x="1490916" y="9725"/>
                    <a:pt x="1490916" y="21720"/>
                  </a:cubicBezTo>
                  <a:lnTo>
                    <a:pt x="1490916" y="371813"/>
                  </a:lnTo>
                  <a:cubicBezTo>
                    <a:pt x="1490916" y="383809"/>
                    <a:pt x="1481192" y="393534"/>
                    <a:pt x="1469196" y="393534"/>
                  </a:cubicBezTo>
                  <a:lnTo>
                    <a:pt x="21720" y="393534"/>
                  </a:lnTo>
                  <a:cubicBezTo>
                    <a:pt x="9725" y="393534"/>
                    <a:pt x="0" y="383809"/>
                    <a:pt x="0" y="371813"/>
                  </a:cubicBezTo>
                  <a:lnTo>
                    <a:pt x="0" y="21720"/>
                  </a:lnTo>
                  <a:cubicBezTo>
                    <a:pt x="0" y="9725"/>
                    <a:pt x="9725" y="0"/>
                    <a:pt x="21720" y="0"/>
                  </a:cubicBezTo>
                  <a:close/>
                </a:path>
              </a:pathLst>
            </a:custGeom>
            <a:solidFill>
              <a:srgbClr val="2B2A2A"/>
            </a:solidFill>
            <a:ln cap="sq">
              <a:noFill/>
              <a:prstDash val="solid"/>
              <a:miter/>
            </a:ln>
          </p:spPr>
        </p:sp>
        <p:sp>
          <p:nvSpPr>
            <p:cNvPr name="TextBox 19" id="19"/>
            <p:cNvSpPr txBox="true"/>
            <p:nvPr/>
          </p:nvSpPr>
          <p:spPr>
            <a:xfrm>
              <a:off x="0" y="-57150"/>
              <a:ext cx="1490916" cy="450684"/>
            </a:xfrm>
            <a:prstGeom prst="rect">
              <a:avLst/>
            </a:prstGeom>
          </p:spPr>
          <p:txBody>
            <a:bodyPr anchor="ctr" rtlCol="false" tIns="50800" lIns="50800" bIns="50800" rIns="50800"/>
            <a:lstStyle/>
            <a:p>
              <a:pPr algn="ctr" marL="0" indent="0" lvl="0">
                <a:lnSpc>
                  <a:spcPts val="2520"/>
                </a:lnSpc>
                <a:spcBef>
                  <a:spcPct val="0"/>
                </a:spcBef>
              </a:pPr>
            </a:p>
          </p:txBody>
        </p:sp>
      </p:grpSp>
      <p:sp>
        <p:nvSpPr>
          <p:cNvPr name="TextBox 20" id="20"/>
          <p:cNvSpPr txBox="true"/>
          <p:nvPr/>
        </p:nvSpPr>
        <p:spPr>
          <a:xfrm rot="0">
            <a:off x="9688080" y="1049992"/>
            <a:ext cx="1074634" cy="349989"/>
          </a:xfrm>
          <a:prstGeom prst="rect">
            <a:avLst/>
          </a:prstGeom>
        </p:spPr>
        <p:txBody>
          <a:bodyPr anchor="t" rtlCol="false" tIns="0" lIns="0" bIns="0" rIns="0">
            <a:spAutoFit/>
          </a:bodyPr>
          <a:lstStyle/>
          <a:p>
            <a:pPr algn="ctr">
              <a:lnSpc>
                <a:spcPts val="2753"/>
              </a:lnSpc>
            </a:pPr>
            <a:r>
              <a:rPr lang="en-US" sz="1967">
                <a:solidFill>
                  <a:srgbClr val="FDFDFD"/>
                </a:solidFill>
                <a:latin typeface="Poppins"/>
                <a:ea typeface="Poppins"/>
                <a:cs typeface="Poppins"/>
                <a:sym typeface="Poppins"/>
              </a:rPr>
              <a:t>Home</a:t>
            </a:r>
          </a:p>
        </p:txBody>
      </p:sp>
      <p:sp>
        <p:nvSpPr>
          <p:cNvPr name="TextBox 21" id="21"/>
          <p:cNvSpPr txBox="true"/>
          <p:nvPr/>
        </p:nvSpPr>
        <p:spPr>
          <a:xfrm rot="0">
            <a:off x="11491323" y="1049992"/>
            <a:ext cx="1446373" cy="349989"/>
          </a:xfrm>
          <a:prstGeom prst="rect">
            <a:avLst/>
          </a:prstGeom>
        </p:spPr>
        <p:txBody>
          <a:bodyPr anchor="t" rtlCol="false" tIns="0" lIns="0" bIns="0" rIns="0">
            <a:spAutoFit/>
          </a:bodyPr>
          <a:lstStyle/>
          <a:p>
            <a:pPr algn="ctr">
              <a:lnSpc>
                <a:spcPts val="2753"/>
              </a:lnSpc>
            </a:pPr>
            <a:r>
              <a:rPr lang="en-US" sz="1967">
                <a:solidFill>
                  <a:srgbClr val="FDFDFD"/>
                </a:solidFill>
                <a:latin typeface="Poppins"/>
                <a:ea typeface="Poppins"/>
                <a:cs typeface="Poppins"/>
                <a:sym typeface="Poppins"/>
              </a:rPr>
              <a:t>Profile</a:t>
            </a:r>
          </a:p>
        </p:txBody>
      </p:sp>
      <p:sp>
        <p:nvSpPr>
          <p:cNvPr name="TextBox 22" id="22"/>
          <p:cNvSpPr txBox="true"/>
          <p:nvPr/>
        </p:nvSpPr>
        <p:spPr>
          <a:xfrm rot="0">
            <a:off x="13666306" y="1049992"/>
            <a:ext cx="1218869" cy="349989"/>
          </a:xfrm>
          <a:prstGeom prst="rect">
            <a:avLst/>
          </a:prstGeom>
        </p:spPr>
        <p:txBody>
          <a:bodyPr anchor="t" rtlCol="false" tIns="0" lIns="0" bIns="0" rIns="0">
            <a:spAutoFit/>
          </a:bodyPr>
          <a:lstStyle/>
          <a:p>
            <a:pPr algn="ctr">
              <a:lnSpc>
                <a:spcPts val="2753"/>
              </a:lnSpc>
            </a:pPr>
            <a:r>
              <a:rPr lang="en-US" sz="1967">
                <a:solidFill>
                  <a:srgbClr val="FDFDFD"/>
                </a:solidFill>
                <a:latin typeface="Poppins"/>
                <a:ea typeface="Poppins"/>
                <a:cs typeface="Poppins"/>
                <a:sym typeface="Poppins"/>
              </a:rPr>
              <a:t>My Clubs</a:t>
            </a:r>
          </a:p>
        </p:txBody>
      </p:sp>
      <p:sp>
        <p:nvSpPr>
          <p:cNvPr name="TextBox 23" id="23"/>
          <p:cNvSpPr txBox="true"/>
          <p:nvPr/>
        </p:nvSpPr>
        <p:spPr>
          <a:xfrm rot="0">
            <a:off x="15613784" y="1049992"/>
            <a:ext cx="1281321" cy="349989"/>
          </a:xfrm>
          <a:prstGeom prst="rect">
            <a:avLst/>
          </a:prstGeom>
        </p:spPr>
        <p:txBody>
          <a:bodyPr anchor="t" rtlCol="false" tIns="0" lIns="0" bIns="0" rIns="0">
            <a:spAutoFit/>
          </a:bodyPr>
          <a:lstStyle/>
          <a:p>
            <a:pPr algn="ctr">
              <a:lnSpc>
                <a:spcPts val="2753"/>
              </a:lnSpc>
            </a:pPr>
            <a:r>
              <a:rPr lang="en-US" sz="1967">
                <a:solidFill>
                  <a:srgbClr val="DC6C6C"/>
                </a:solidFill>
                <a:latin typeface="Poppins"/>
                <a:ea typeface="Poppins"/>
                <a:cs typeface="Poppins"/>
                <a:sym typeface="Poppins"/>
              </a:rPr>
              <a:t>Log Out</a:t>
            </a:r>
          </a:p>
        </p:txBody>
      </p:sp>
      <p:sp>
        <p:nvSpPr>
          <p:cNvPr name="TextBox 24" id="24"/>
          <p:cNvSpPr txBox="true"/>
          <p:nvPr/>
        </p:nvSpPr>
        <p:spPr>
          <a:xfrm rot="0">
            <a:off x="2250987" y="2376168"/>
            <a:ext cx="5549061" cy="1112877"/>
          </a:xfrm>
          <a:prstGeom prst="rect">
            <a:avLst/>
          </a:prstGeom>
        </p:spPr>
        <p:txBody>
          <a:bodyPr anchor="t" rtlCol="false" tIns="0" lIns="0" bIns="0" rIns="0">
            <a:spAutoFit/>
          </a:bodyPr>
          <a:lstStyle/>
          <a:p>
            <a:pPr algn="l" marL="0" indent="0" lvl="0">
              <a:lnSpc>
                <a:spcPts val="7924"/>
              </a:lnSpc>
              <a:spcBef>
                <a:spcPct val="0"/>
              </a:spcBef>
            </a:pPr>
            <a:r>
              <a:rPr lang="en-US" b="true" sz="7406">
                <a:solidFill>
                  <a:srgbClr val="FDFDFD"/>
                </a:solidFill>
                <a:latin typeface="Poppins Bold"/>
                <a:ea typeface="Poppins Bold"/>
                <a:cs typeface="Poppins Bold"/>
                <a:sym typeface="Poppins Bold"/>
              </a:rPr>
              <a:t>Benefits </a:t>
            </a:r>
          </a:p>
        </p:txBody>
      </p:sp>
      <p:sp>
        <p:nvSpPr>
          <p:cNvPr name="TextBox 25" id="25"/>
          <p:cNvSpPr txBox="true"/>
          <p:nvPr/>
        </p:nvSpPr>
        <p:spPr>
          <a:xfrm rot="0">
            <a:off x="2237425" y="3364665"/>
            <a:ext cx="5813361" cy="1112877"/>
          </a:xfrm>
          <a:prstGeom prst="rect">
            <a:avLst/>
          </a:prstGeom>
        </p:spPr>
        <p:txBody>
          <a:bodyPr anchor="t" rtlCol="false" tIns="0" lIns="0" bIns="0" rIns="0">
            <a:spAutoFit/>
          </a:bodyPr>
          <a:lstStyle/>
          <a:p>
            <a:pPr algn="l" marL="0" indent="0" lvl="0">
              <a:lnSpc>
                <a:spcPts val="7924"/>
              </a:lnSpc>
              <a:spcBef>
                <a:spcPct val="0"/>
              </a:spcBef>
            </a:pPr>
            <a:r>
              <a:rPr lang="en-US" b="true" sz="7406">
                <a:solidFill>
                  <a:srgbClr val="FDFDFD"/>
                </a:solidFill>
                <a:latin typeface="Poppins Bold"/>
                <a:ea typeface="Poppins Bold"/>
                <a:cs typeface="Poppins Bold"/>
                <a:sym typeface="Poppins Bold"/>
              </a:rPr>
              <a:t>for Users</a:t>
            </a:r>
          </a:p>
        </p:txBody>
      </p:sp>
      <p:grpSp>
        <p:nvGrpSpPr>
          <p:cNvPr name="Group 26" id="26"/>
          <p:cNvGrpSpPr>
            <a:grpSpLocks noChangeAspect="true"/>
          </p:cNvGrpSpPr>
          <p:nvPr/>
        </p:nvGrpSpPr>
        <p:grpSpPr>
          <a:xfrm rot="0">
            <a:off x="1963814" y="5143500"/>
            <a:ext cx="5002812" cy="9898924"/>
            <a:chOff x="0" y="0"/>
            <a:chExt cx="2620010" cy="5184140"/>
          </a:xfrm>
        </p:grpSpPr>
        <p:sp>
          <p:nvSpPr>
            <p:cNvPr name="Freeform 27" id="27"/>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2B2A2A"/>
            </a:solidFill>
          </p:spPr>
        </p:sp>
        <p:sp>
          <p:nvSpPr>
            <p:cNvPr name="Freeform 28" id="28"/>
            <p:cNvSpPr/>
            <p:nvPr/>
          </p:nvSpPr>
          <p:spPr>
            <a:xfrm flipH="false" flipV="false" rot="0">
              <a:off x="185420" y="156210"/>
              <a:ext cx="2251710" cy="4876800"/>
            </a:xfrm>
            <a:custGeom>
              <a:avLst/>
              <a:gdLst/>
              <a:ahLst/>
              <a:cxnLst/>
              <a:rect r="r" b="b" t="t" l="l"/>
              <a:pathLst>
                <a:path h="4876800" w="225171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solidFill>
              <a:srgbClr val="414040"/>
            </a:solidFill>
            <a:ln w="12700">
              <a:solidFill>
                <a:srgbClr val="000000"/>
              </a:solidFill>
            </a:ln>
          </p:spPr>
        </p:sp>
        <p:sp>
          <p:nvSpPr>
            <p:cNvPr name="Freeform 29" id="29"/>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171616"/>
            </a:solidFill>
          </p:spPr>
        </p:sp>
        <p:sp>
          <p:nvSpPr>
            <p:cNvPr name="Freeform 30" id="30"/>
            <p:cNvSpPr/>
            <p:nvPr/>
          </p:nvSpPr>
          <p:spPr>
            <a:xfrm flipH="false" flipV="false" rot="0">
              <a:off x="1578312" y="187909"/>
              <a:ext cx="66636" cy="63602"/>
            </a:xfrm>
            <a:custGeom>
              <a:avLst/>
              <a:gdLst/>
              <a:ahLst/>
              <a:cxnLst/>
              <a:rect r="r" b="b" t="t" l="l"/>
              <a:pathLst>
                <a:path h="63602" w="66636">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171616"/>
            </a:solidFill>
          </p:spPr>
        </p:sp>
        <p:sp>
          <p:nvSpPr>
            <p:cNvPr name="Freeform 31" id="31"/>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F0B7D0"/>
            </a:solidFill>
          </p:spPr>
        </p:sp>
        <p:sp>
          <p:nvSpPr>
            <p:cNvPr name="Freeform 32" id="32"/>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F0B7D0"/>
            </a:solidFill>
          </p:spPr>
        </p:sp>
        <p:sp>
          <p:nvSpPr>
            <p:cNvPr name="Freeform 33" id="33"/>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F0B7D0"/>
            </a:solidFill>
          </p:spPr>
        </p:sp>
        <p:sp>
          <p:nvSpPr>
            <p:cNvPr name="Freeform 34" id="34"/>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F0B7D0"/>
            </a:solidFill>
          </p:spPr>
        </p:sp>
        <p:sp>
          <p:nvSpPr>
            <p:cNvPr name="Freeform 35" id="35"/>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FDFDFD"/>
            </a:solidFill>
          </p:spPr>
        </p:sp>
      </p:grpSp>
      <p:sp>
        <p:nvSpPr>
          <p:cNvPr name="TextBox 36" id="36"/>
          <p:cNvSpPr txBox="true"/>
          <p:nvPr/>
        </p:nvSpPr>
        <p:spPr>
          <a:xfrm rot="0">
            <a:off x="9841969" y="2899269"/>
            <a:ext cx="2955093" cy="365100"/>
          </a:xfrm>
          <a:prstGeom prst="rect">
            <a:avLst/>
          </a:prstGeom>
        </p:spPr>
        <p:txBody>
          <a:bodyPr anchor="t" rtlCol="false" tIns="0" lIns="0" bIns="0" rIns="0">
            <a:spAutoFit/>
          </a:bodyPr>
          <a:lstStyle/>
          <a:p>
            <a:pPr algn="l" marL="539751" indent="-269876" lvl="1">
              <a:lnSpc>
                <a:spcPts val="2600"/>
              </a:lnSpc>
              <a:buFont typeface="Arial"/>
              <a:buChar char="•"/>
            </a:pPr>
            <a:r>
              <a:rPr lang="en-US" sz="2500">
                <a:solidFill>
                  <a:srgbClr val="FDFDFD"/>
                </a:solidFill>
                <a:latin typeface="Poppins"/>
                <a:ea typeface="Poppins"/>
                <a:cs typeface="Poppins"/>
                <a:sym typeface="Poppins"/>
              </a:rPr>
              <a:t> </a:t>
            </a:r>
          </a:p>
        </p:txBody>
      </p:sp>
      <p:sp>
        <p:nvSpPr>
          <p:cNvPr name="TextBox 37" id="37"/>
          <p:cNvSpPr txBox="true"/>
          <p:nvPr/>
        </p:nvSpPr>
        <p:spPr>
          <a:xfrm rot="0">
            <a:off x="9841969" y="5008101"/>
            <a:ext cx="2955093" cy="365100"/>
          </a:xfrm>
          <a:prstGeom prst="rect">
            <a:avLst/>
          </a:prstGeom>
        </p:spPr>
        <p:txBody>
          <a:bodyPr anchor="t" rtlCol="false" tIns="0" lIns="0" bIns="0" rIns="0">
            <a:spAutoFit/>
          </a:bodyPr>
          <a:lstStyle/>
          <a:p>
            <a:pPr algn="l" marL="539751" indent="-269876" lvl="1">
              <a:lnSpc>
                <a:spcPts val="2600"/>
              </a:lnSpc>
              <a:buFont typeface="Arial"/>
              <a:buChar char="•"/>
            </a:pPr>
            <a:r>
              <a:rPr lang="en-US" sz="2500">
                <a:solidFill>
                  <a:srgbClr val="FDFDFD"/>
                </a:solidFill>
                <a:latin typeface="Poppins"/>
                <a:ea typeface="Poppins"/>
                <a:cs typeface="Poppins"/>
                <a:sym typeface="Poppins"/>
              </a:rPr>
              <a:t> </a:t>
            </a:r>
          </a:p>
        </p:txBody>
      </p:sp>
      <p:sp>
        <p:nvSpPr>
          <p:cNvPr name="TextBox 38" id="38"/>
          <p:cNvSpPr txBox="true"/>
          <p:nvPr/>
        </p:nvSpPr>
        <p:spPr>
          <a:xfrm rot="0">
            <a:off x="9841969" y="7405269"/>
            <a:ext cx="2955093" cy="365100"/>
          </a:xfrm>
          <a:prstGeom prst="rect">
            <a:avLst/>
          </a:prstGeom>
        </p:spPr>
        <p:txBody>
          <a:bodyPr anchor="t" rtlCol="false" tIns="0" lIns="0" bIns="0" rIns="0">
            <a:spAutoFit/>
          </a:bodyPr>
          <a:lstStyle/>
          <a:p>
            <a:pPr algn="l" marL="539751" indent="-269876" lvl="1">
              <a:lnSpc>
                <a:spcPts val="2600"/>
              </a:lnSpc>
              <a:buFont typeface="Arial"/>
              <a:buChar char="•"/>
            </a:pPr>
            <a:r>
              <a:rPr lang="en-US" sz="2500">
                <a:solidFill>
                  <a:srgbClr val="FDFDFD"/>
                </a:solidFill>
                <a:latin typeface="Poppins"/>
                <a:ea typeface="Poppins"/>
                <a:cs typeface="Poppins"/>
                <a:sym typeface="Poppins"/>
              </a:rPr>
              <a:t> </a:t>
            </a:r>
          </a:p>
        </p:txBody>
      </p:sp>
      <p:sp>
        <p:nvSpPr>
          <p:cNvPr name="TextBox 39" id="39"/>
          <p:cNvSpPr txBox="true"/>
          <p:nvPr/>
        </p:nvSpPr>
        <p:spPr>
          <a:xfrm rot="0">
            <a:off x="10465138" y="3159594"/>
            <a:ext cx="5399462" cy="912197"/>
          </a:xfrm>
          <a:prstGeom prst="rect">
            <a:avLst/>
          </a:prstGeom>
        </p:spPr>
        <p:txBody>
          <a:bodyPr anchor="t" rtlCol="false" tIns="0" lIns="0" bIns="0" rIns="0">
            <a:spAutoFit/>
          </a:bodyPr>
          <a:lstStyle/>
          <a:p>
            <a:pPr algn="l" marL="0" indent="0" lvl="0">
              <a:lnSpc>
                <a:spcPts val="2339"/>
              </a:lnSpc>
            </a:pPr>
            <a:r>
              <a:rPr lang="en-US" sz="1999">
                <a:solidFill>
                  <a:srgbClr val="FDFDFD"/>
                </a:solidFill>
                <a:latin typeface="Poppins"/>
                <a:ea typeface="Poppins"/>
                <a:cs typeface="Poppins"/>
                <a:sym typeface="Poppins"/>
              </a:rPr>
              <a:t>Users can connect with like-minded readers, fostering meaningful discussions and shared learning experiences.</a:t>
            </a:r>
          </a:p>
        </p:txBody>
      </p:sp>
      <p:sp>
        <p:nvSpPr>
          <p:cNvPr name="TextBox 40" id="40"/>
          <p:cNvSpPr txBox="true"/>
          <p:nvPr/>
        </p:nvSpPr>
        <p:spPr>
          <a:xfrm rot="0">
            <a:off x="10465138" y="5268426"/>
            <a:ext cx="5399462" cy="912197"/>
          </a:xfrm>
          <a:prstGeom prst="rect">
            <a:avLst/>
          </a:prstGeom>
        </p:spPr>
        <p:txBody>
          <a:bodyPr anchor="t" rtlCol="false" tIns="0" lIns="0" bIns="0" rIns="0">
            <a:spAutoFit/>
          </a:bodyPr>
          <a:lstStyle/>
          <a:p>
            <a:pPr algn="l" marL="0" indent="0" lvl="0">
              <a:lnSpc>
                <a:spcPts val="2339"/>
              </a:lnSpc>
            </a:pPr>
            <a:r>
              <a:rPr lang="en-US" sz="1999">
                <a:solidFill>
                  <a:srgbClr val="FDFDFD"/>
                </a:solidFill>
                <a:latin typeface="Poppins"/>
                <a:ea typeface="Poppins"/>
                <a:cs typeface="Poppins"/>
                <a:sym typeface="Poppins"/>
              </a:rPr>
              <a:t>Effortlessly create or join structured book clubs and discussion tables tailored to specific interests and genres.</a:t>
            </a:r>
          </a:p>
        </p:txBody>
      </p:sp>
      <p:sp>
        <p:nvSpPr>
          <p:cNvPr name="TextBox 41" id="41"/>
          <p:cNvSpPr txBox="true"/>
          <p:nvPr/>
        </p:nvSpPr>
        <p:spPr>
          <a:xfrm rot="0">
            <a:off x="10465138" y="7665594"/>
            <a:ext cx="5399462" cy="912197"/>
          </a:xfrm>
          <a:prstGeom prst="rect">
            <a:avLst/>
          </a:prstGeom>
        </p:spPr>
        <p:txBody>
          <a:bodyPr anchor="t" rtlCol="false" tIns="0" lIns="0" bIns="0" rIns="0">
            <a:spAutoFit/>
          </a:bodyPr>
          <a:lstStyle/>
          <a:p>
            <a:pPr algn="l" marL="0" indent="0" lvl="0">
              <a:lnSpc>
                <a:spcPts val="2339"/>
              </a:lnSpc>
            </a:pPr>
            <a:r>
              <a:rPr lang="en-US" sz="1999">
                <a:solidFill>
                  <a:srgbClr val="FDFDFD"/>
                </a:solidFill>
                <a:latin typeface="Poppins"/>
                <a:ea typeface="Poppins"/>
                <a:cs typeface="Poppins"/>
                <a:sym typeface="Poppins"/>
              </a:rPr>
              <a:t>Enjoy voice discussions, real-time chat, and collaborative tools, enhancing the reading and discussion experience.</a:t>
            </a:r>
          </a:p>
        </p:txBody>
      </p:sp>
      <p:grpSp>
        <p:nvGrpSpPr>
          <p:cNvPr name="Group 42" id="42"/>
          <p:cNvGrpSpPr/>
          <p:nvPr/>
        </p:nvGrpSpPr>
        <p:grpSpPr>
          <a:xfrm rot="0">
            <a:off x="1353602" y="964094"/>
            <a:ext cx="1931304" cy="579623"/>
            <a:chOff x="0" y="0"/>
            <a:chExt cx="2575072" cy="772830"/>
          </a:xfrm>
        </p:grpSpPr>
        <p:sp>
          <p:nvSpPr>
            <p:cNvPr name="Freeform 43" id="43"/>
            <p:cNvSpPr/>
            <p:nvPr/>
          </p:nvSpPr>
          <p:spPr>
            <a:xfrm flipH="false" flipV="false" rot="0">
              <a:off x="0" y="0"/>
              <a:ext cx="772830" cy="772830"/>
            </a:xfrm>
            <a:custGeom>
              <a:avLst/>
              <a:gdLst/>
              <a:ahLst/>
              <a:cxnLst/>
              <a:rect r="r" b="b" t="t" l="l"/>
              <a:pathLst>
                <a:path h="772830" w="772830">
                  <a:moveTo>
                    <a:pt x="0" y="0"/>
                  </a:moveTo>
                  <a:lnTo>
                    <a:pt x="772830" y="0"/>
                  </a:lnTo>
                  <a:lnTo>
                    <a:pt x="772830" y="772830"/>
                  </a:lnTo>
                  <a:lnTo>
                    <a:pt x="0" y="772830"/>
                  </a:lnTo>
                  <a:lnTo>
                    <a:pt x="0" y="0"/>
                  </a:lnTo>
                  <a:close/>
                </a:path>
              </a:pathLst>
            </a:custGeom>
            <a:blipFill>
              <a:blip r:embed="rId2"/>
              <a:stretch>
                <a:fillRect l="0" t="0" r="0" b="0"/>
              </a:stretch>
            </a:blipFill>
          </p:spPr>
        </p:sp>
        <p:sp>
          <p:nvSpPr>
            <p:cNvPr name="TextBox 44" id="44"/>
            <p:cNvSpPr txBox="true"/>
            <p:nvPr/>
          </p:nvSpPr>
          <p:spPr>
            <a:xfrm rot="0">
              <a:off x="742420" y="214179"/>
              <a:ext cx="1832652" cy="428341"/>
            </a:xfrm>
            <a:prstGeom prst="rect">
              <a:avLst/>
            </a:prstGeom>
          </p:spPr>
          <p:txBody>
            <a:bodyPr anchor="t" rtlCol="false" tIns="0" lIns="0" bIns="0" rIns="0">
              <a:spAutoFit/>
            </a:bodyPr>
            <a:lstStyle/>
            <a:p>
              <a:pPr algn="l">
                <a:lnSpc>
                  <a:spcPts val="2301"/>
                </a:lnSpc>
              </a:pPr>
              <a:r>
                <a:rPr lang="en-US" sz="2150" b="true">
                  <a:solidFill>
                    <a:srgbClr val="FDFDFD"/>
                  </a:solidFill>
                  <a:latin typeface="Poppins Medium"/>
                  <a:ea typeface="Poppins Medium"/>
                  <a:cs typeface="Poppins Medium"/>
                  <a:sym typeface="Poppins Medium"/>
                </a:rPr>
                <a:t>LitScope</a:t>
              </a:r>
            </a:p>
          </p:txBody>
        </p:sp>
      </p:grpSp>
      <p:grpSp>
        <p:nvGrpSpPr>
          <p:cNvPr name="Group 45" id="45"/>
          <p:cNvGrpSpPr/>
          <p:nvPr/>
        </p:nvGrpSpPr>
        <p:grpSpPr>
          <a:xfrm rot="0">
            <a:off x="3166921" y="7395744"/>
            <a:ext cx="2596599" cy="2197283"/>
            <a:chOff x="0" y="0"/>
            <a:chExt cx="3462132" cy="2929710"/>
          </a:xfrm>
        </p:grpSpPr>
        <p:sp>
          <p:nvSpPr>
            <p:cNvPr name="TextBox 46" id="46"/>
            <p:cNvSpPr txBox="true"/>
            <p:nvPr/>
          </p:nvSpPr>
          <p:spPr>
            <a:xfrm rot="0">
              <a:off x="0" y="2372696"/>
              <a:ext cx="3462132" cy="557014"/>
            </a:xfrm>
            <a:prstGeom prst="rect">
              <a:avLst/>
            </a:prstGeom>
          </p:spPr>
          <p:txBody>
            <a:bodyPr anchor="t" rtlCol="false" tIns="0" lIns="0" bIns="0" rIns="0">
              <a:spAutoFit/>
            </a:bodyPr>
            <a:lstStyle/>
            <a:p>
              <a:pPr algn="ctr">
                <a:lnSpc>
                  <a:spcPts val="3095"/>
                </a:lnSpc>
              </a:pPr>
              <a:r>
                <a:rPr lang="en-US" sz="2892">
                  <a:solidFill>
                    <a:srgbClr val="FDFDFD"/>
                  </a:solidFill>
                  <a:latin typeface="Poppins"/>
                  <a:ea typeface="Poppins"/>
                  <a:cs typeface="Poppins"/>
                  <a:sym typeface="Poppins"/>
                </a:rPr>
                <a:t>LitScope</a:t>
              </a:r>
            </a:p>
          </p:txBody>
        </p:sp>
        <p:sp>
          <p:nvSpPr>
            <p:cNvPr name="Freeform 47" id="47"/>
            <p:cNvSpPr/>
            <p:nvPr/>
          </p:nvSpPr>
          <p:spPr>
            <a:xfrm flipH="false" flipV="false" rot="0">
              <a:off x="456328" y="0"/>
              <a:ext cx="2502879" cy="2502879"/>
            </a:xfrm>
            <a:custGeom>
              <a:avLst/>
              <a:gdLst/>
              <a:ahLst/>
              <a:cxnLst/>
              <a:rect r="r" b="b" t="t" l="l"/>
              <a:pathLst>
                <a:path h="2502879" w="2502879">
                  <a:moveTo>
                    <a:pt x="0" y="0"/>
                  </a:moveTo>
                  <a:lnTo>
                    <a:pt x="2502879" y="0"/>
                  </a:lnTo>
                  <a:lnTo>
                    <a:pt x="2502879" y="2502879"/>
                  </a:lnTo>
                  <a:lnTo>
                    <a:pt x="0" y="2502879"/>
                  </a:lnTo>
                  <a:lnTo>
                    <a:pt x="0" y="0"/>
                  </a:lnTo>
                  <a:close/>
                </a:path>
              </a:pathLst>
            </a:custGeom>
            <a:blipFill>
              <a:blip r:embed="rId2"/>
              <a:stretch>
                <a:fillRect l="0" t="0" r="0" b="0"/>
              </a:stretch>
            </a:blipFill>
          </p:spPr>
        </p:sp>
      </p:grpSp>
    </p:spTree>
  </p:cSld>
  <p:clrMapOvr>
    <a:masterClrMapping/>
  </p:clrMapOvr>
  <p:transition spd="slow">
    <p:push dir="l"/>
  </p:transition>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6B64B8"/>
        </a:solidFill>
      </p:bgPr>
    </p:bg>
    <p:spTree>
      <p:nvGrpSpPr>
        <p:cNvPr id="1" name=""/>
        <p:cNvGrpSpPr/>
        <p:nvPr/>
      </p:nvGrpSpPr>
      <p:grpSpPr>
        <a:xfrm>
          <a:off x="0" y="0"/>
          <a:ext cx="0" cy="0"/>
          <a:chOff x="0" y="0"/>
          <a:chExt cx="0" cy="0"/>
        </a:xfrm>
      </p:grpSpPr>
      <p:grpSp>
        <p:nvGrpSpPr>
          <p:cNvPr name="Group 2" id="2"/>
          <p:cNvGrpSpPr/>
          <p:nvPr/>
        </p:nvGrpSpPr>
        <p:grpSpPr>
          <a:xfrm rot="524141">
            <a:off x="-720571" y="-1702946"/>
            <a:ext cx="4544240" cy="5877852"/>
            <a:chOff x="0" y="0"/>
            <a:chExt cx="665246" cy="860478"/>
          </a:xfrm>
        </p:grpSpPr>
        <p:sp>
          <p:nvSpPr>
            <p:cNvPr name="Freeform 3" id="3"/>
            <p:cNvSpPr/>
            <p:nvPr/>
          </p:nvSpPr>
          <p:spPr>
            <a:xfrm flipH="false" flipV="false" rot="0">
              <a:off x="0" y="0"/>
              <a:ext cx="665246" cy="860478"/>
            </a:xfrm>
            <a:custGeom>
              <a:avLst/>
              <a:gdLst/>
              <a:ahLst/>
              <a:cxnLst/>
              <a:rect r="r" b="b" t="t" l="l"/>
              <a:pathLst>
                <a:path h="860478" w="665246">
                  <a:moveTo>
                    <a:pt x="115850" y="0"/>
                  </a:moveTo>
                  <a:lnTo>
                    <a:pt x="549396" y="0"/>
                  </a:lnTo>
                  <a:cubicBezTo>
                    <a:pt x="580122" y="0"/>
                    <a:pt x="609588" y="12206"/>
                    <a:pt x="631315" y="33932"/>
                  </a:cubicBezTo>
                  <a:cubicBezTo>
                    <a:pt x="653041" y="55658"/>
                    <a:pt x="665246" y="85125"/>
                    <a:pt x="665246" y="115850"/>
                  </a:cubicBezTo>
                  <a:lnTo>
                    <a:pt x="665246" y="744628"/>
                  </a:lnTo>
                  <a:cubicBezTo>
                    <a:pt x="665246" y="808610"/>
                    <a:pt x="613378" y="860478"/>
                    <a:pt x="549396" y="860478"/>
                  </a:cubicBezTo>
                  <a:lnTo>
                    <a:pt x="115850" y="860478"/>
                  </a:lnTo>
                  <a:cubicBezTo>
                    <a:pt x="51868" y="860478"/>
                    <a:pt x="0" y="808610"/>
                    <a:pt x="0" y="744628"/>
                  </a:cubicBezTo>
                  <a:lnTo>
                    <a:pt x="0" y="115850"/>
                  </a:lnTo>
                  <a:cubicBezTo>
                    <a:pt x="0" y="51868"/>
                    <a:pt x="51868" y="0"/>
                    <a:pt x="115850" y="0"/>
                  </a:cubicBezTo>
                  <a:close/>
                </a:path>
              </a:pathLst>
            </a:custGeom>
            <a:solidFill>
              <a:srgbClr val="171616"/>
            </a:solidFill>
          </p:spPr>
        </p:sp>
        <p:sp>
          <p:nvSpPr>
            <p:cNvPr name="TextBox 4" id="4"/>
            <p:cNvSpPr txBox="true"/>
            <p:nvPr/>
          </p:nvSpPr>
          <p:spPr>
            <a:xfrm>
              <a:off x="0" y="-57150"/>
              <a:ext cx="665246" cy="91762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524141">
            <a:off x="12600905" y="4985961"/>
            <a:ext cx="7307079" cy="9451509"/>
            <a:chOff x="0" y="0"/>
            <a:chExt cx="665246" cy="860478"/>
          </a:xfrm>
        </p:grpSpPr>
        <p:sp>
          <p:nvSpPr>
            <p:cNvPr name="Freeform 6" id="6"/>
            <p:cNvSpPr/>
            <p:nvPr/>
          </p:nvSpPr>
          <p:spPr>
            <a:xfrm flipH="false" flipV="false" rot="0">
              <a:off x="0" y="0"/>
              <a:ext cx="665246" cy="860478"/>
            </a:xfrm>
            <a:custGeom>
              <a:avLst/>
              <a:gdLst/>
              <a:ahLst/>
              <a:cxnLst/>
              <a:rect r="r" b="b" t="t" l="l"/>
              <a:pathLst>
                <a:path h="860478" w="665246">
                  <a:moveTo>
                    <a:pt x="72047" y="0"/>
                  </a:moveTo>
                  <a:lnTo>
                    <a:pt x="593200" y="0"/>
                  </a:lnTo>
                  <a:cubicBezTo>
                    <a:pt x="612308" y="0"/>
                    <a:pt x="630633" y="7591"/>
                    <a:pt x="644144" y="21102"/>
                  </a:cubicBezTo>
                  <a:cubicBezTo>
                    <a:pt x="657656" y="34613"/>
                    <a:pt x="665246" y="52939"/>
                    <a:pt x="665246" y="72047"/>
                  </a:cubicBezTo>
                  <a:lnTo>
                    <a:pt x="665246" y="788431"/>
                  </a:lnTo>
                  <a:cubicBezTo>
                    <a:pt x="665246" y="807539"/>
                    <a:pt x="657656" y="825865"/>
                    <a:pt x="644144" y="839376"/>
                  </a:cubicBezTo>
                  <a:cubicBezTo>
                    <a:pt x="630633" y="852887"/>
                    <a:pt x="612308" y="860478"/>
                    <a:pt x="593200" y="860478"/>
                  </a:cubicBezTo>
                  <a:lnTo>
                    <a:pt x="72047" y="860478"/>
                  </a:lnTo>
                  <a:cubicBezTo>
                    <a:pt x="52939" y="860478"/>
                    <a:pt x="34613" y="852887"/>
                    <a:pt x="21102" y="839376"/>
                  </a:cubicBezTo>
                  <a:cubicBezTo>
                    <a:pt x="7591" y="825865"/>
                    <a:pt x="0" y="807539"/>
                    <a:pt x="0" y="788431"/>
                  </a:cubicBezTo>
                  <a:lnTo>
                    <a:pt x="0" y="72047"/>
                  </a:lnTo>
                  <a:cubicBezTo>
                    <a:pt x="0" y="52939"/>
                    <a:pt x="7591" y="34613"/>
                    <a:pt x="21102" y="21102"/>
                  </a:cubicBezTo>
                  <a:cubicBezTo>
                    <a:pt x="34613" y="7591"/>
                    <a:pt x="52939" y="0"/>
                    <a:pt x="72047" y="0"/>
                  </a:cubicBezTo>
                  <a:close/>
                </a:path>
              </a:pathLst>
            </a:custGeom>
            <a:solidFill>
              <a:srgbClr val="171616"/>
            </a:solidFill>
          </p:spPr>
        </p:sp>
        <p:sp>
          <p:nvSpPr>
            <p:cNvPr name="TextBox 7" id="7"/>
            <p:cNvSpPr txBox="true"/>
            <p:nvPr/>
          </p:nvSpPr>
          <p:spPr>
            <a:xfrm>
              <a:off x="0" y="-57150"/>
              <a:ext cx="665246" cy="917628"/>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9449703" y="1042777"/>
            <a:ext cx="1551389" cy="422257"/>
            <a:chOff x="0" y="0"/>
            <a:chExt cx="531257" cy="144598"/>
          </a:xfrm>
        </p:grpSpPr>
        <p:sp>
          <p:nvSpPr>
            <p:cNvPr name="Freeform 9" id="9"/>
            <p:cNvSpPr/>
            <p:nvPr/>
          </p:nvSpPr>
          <p:spPr>
            <a:xfrm flipH="false" flipV="false" rot="0">
              <a:off x="0" y="0"/>
              <a:ext cx="531257" cy="144598"/>
            </a:xfrm>
            <a:custGeom>
              <a:avLst/>
              <a:gdLst/>
              <a:ahLst/>
              <a:cxnLst/>
              <a:rect r="r" b="b" t="t" l="l"/>
              <a:pathLst>
                <a:path h="144598" w="531257">
                  <a:moveTo>
                    <a:pt x="49903" y="0"/>
                  </a:moveTo>
                  <a:lnTo>
                    <a:pt x="481354" y="0"/>
                  </a:lnTo>
                  <a:cubicBezTo>
                    <a:pt x="508915" y="0"/>
                    <a:pt x="531257" y="22342"/>
                    <a:pt x="531257" y="49903"/>
                  </a:cubicBezTo>
                  <a:lnTo>
                    <a:pt x="531257" y="94694"/>
                  </a:lnTo>
                  <a:cubicBezTo>
                    <a:pt x="531257" y="122255"/>
                    <a:pt x="508915" y="144598"/>
                    <a:pt x="481354" y="144598"/>
                  </a:cubicBezTo>
                  <a:lnTo>
                    <a:pt x="49903" y="144598"/>
                  </a:lnTo>
                  <a:cubicBezTo>
                    <a:pt x="36668" y="144598"/>
                    <a:pt x="23975" y="139340"/>
                    <a:pt x="14616" y="129981"/>
                  </a:cubicBezTo>
                  <a:cubicBezTo>
                    <a:pt x="5258" y="120623"/>
                    <a:pt x="0" y="107930"/>
                    <a:pt x="0" y="94694"/>
                  </a:cubicBezTo>
                  <a:lnTo>
                    <a:pt x="0" y="49903"/>
                  </a:lnTo>
                  <a:cubicBezTo>
                    <a:pt x="0" y="22342"/>
                    <a:pt x="22342" y="0"/>
                    <a:pt x="49903" y="0"/>
                  </a:cubicBezTo>
                  <a:close/>
                </a:path>
              </a:pathLst>
            </a:custGeom>
            <a:solidFill>
              <a:srgbClr val="6B64B8"/>
            </a:solidFill>
            <a:ln cap="sq">
              <a:noFill/>
              <a:prstDash val="solid"/>
              <a:miter/>
            </a:ln>
          </p:spPr>
        </p:sp>
        <p:sp>
          <p:nvSpPr>
            <p:cNvPr name="TextBox 10" id="10"/>
            <p:cNvSpPr txBox="true"/>
            <p:nvPr/>
          </p:nvSpPr>
          <p:spPr>
            <a:xfrm>
              <a:off x="0" y="-57150"/>
              <a:ext cx="531257" cy="201748"/>
            </a:xfrm>
            <a:prstGeom prst="rect">
              <a:avLst/>
            </a:prstGeom>
          </p:spPr>
          <p:txBody>
            <a:bodyPr anchor="ctr" rtlCol="false" tIns="50800" lIns="50800" bIns="50800" rIns="50800"/>
            <a:lstStyle/>
            <a:p>
              <a:pPr algn="ctr" marL="0" indent="0" lvl="0">
                <a:lnSpc>
                  <a:spcPts val="2520"/>
                </a:lnSpc>
                <a:spcBef>
                  <a:spcPct val="0"/>
                </a:spcBef>
              </a:pPr>
            </a:p>
          </p:txBody>
        </p:sp>
      </p:grpSp>
      <p:sp>
        <p:nvSpPr>
          <p:cNvPr name="TextBox 11" id="11"/>
          <p:cNvSpPr txBox="true"/>
          <p:nvPr/>
        </p:nvSpPr>
        <p:spPr>
          <a:xfrm rot="0">
            <a:off x="9688080" y="1049992"/>
            <a:ext cx="1074634" cy="349989"/>
          </a:xfrm>
          <a:prstGeom prst="rect">
            <a:avLst/>
          </a:prstGeom>
        </p:spPr>
        <p:txBody>
          <a:bodyPr anchor="t" rtlCol="false" tIns="0" lIns="0" bIns="0" rIns="0">
            <a:spAutoFit/>
          </a:bodyPr>
          <a:lstStyle/>
          <a:p>
            <a:pPr algn="ctr">
              <a:lnSpc>
                <a:spcPts val="2753"/>
              </a:lnSpc>
            </a:pPr>
            <a:r>
              <a:rPr lang="en-US" sz="1967">
                <a:solidFill>
                  <a:srgbClr val="FDFDFD"/>
                </a:solidFill>
                <a:latin typeface="Poppins"/>
                <a:ea typeface="Poppins"/>
                <a:cs typeface="Poppins"/>
                <a:sym typeface="Poppins"/>
              </a:rPr>
              <a:t>Home</a:t>
            </a:r>
          </a:p>
        </p:txBody>
      </p:sp>
      <p:sp>
        <p:nvSpPr>
          <p:cNvPr name="TextBox 12" id="12"/>
          <p:cNvSpPr txBox="true"/>
          <p:nvPr/>
        </p:nvSpPr>
        <p:spPr>
          <a:xfrm rot="0">
            <a:off x="11491323" y="1049992"/>
            <a:ext cx="1446373" cy="349989"/>
          </a:xfrm>
          <a:prstGeom prst="rect">
            <a:avLst/>
          </a:prstGeom>
        </p:spPr>
        <p:txBody>
          <a:bodyPr anchor="t" rtlCol="false" tIns="0" lIns="0" bIns="0" rIns="0">
            <a:spAutoFit/>
          </a:bodyPr>
          <a:lstStyle/>
          <a:p>
            <a:pPr algn="ctr">
              <a:lnSpc>
                <a:spcPts val="2753"/>
              </a:lnSpc>
            </a:pPr>
            <a:r>
              <a:rPr lang="en-US" sz="1967">
                <a:solidFill>
                  <a:srgbClr val="FDFDFD"/>
                </a:solidFill>
                <a:latin typeface="Poppins"/>
                <a:ea typeface="Poppins"/>
                <a:cs typeface="Poppins"/>
                <a:sym typeface="Poppins"/>
              </a:rPr>
              <a:t>Profile</a:t>
            </a:r>
          </a:p>
        </p:txBody>
      </p:sp>
      <p:sp>
        <p:nvSpPr>
          <p:cNvPr name="TextBox 13" id="13"/>
          <p:cNvSpPr txBox="true"/>
          <p:nvPr/>
        </p:nvSpPr>
        <p:spPr>
          <a:xfrm rot="0">
            <a:off x="13666306" y="1049992"/>
            <a:ext cx="1218869" cy="349989"/>
          </a:xfrm>
          <a:prstGeom prst="rect">
            <a:avLst/>
          </a:prstGeom>
        </p:spPr>
        <p:txBody>
          <a:bodyPr anchor="t" rtlCol="false" tIns="0" lIns="0" bIns="0" rIns="0">
            <a:spAutoFit/>
          </a:bodyPr>
          <a:lstStyle/>
          <a:p>
            <a:pPr algn="ctr">
              <a:lnSpc>
                <a:spcPts val="2753"/>
              </a:lnSpc>
            </a:pPr>
            <a:r>
              <a:rPr lang="en-US" sz="1967">
                <a:solidFill>
                  <a:srgbClr val="FDFDFD"/>
                </a:solidFill>
                <a:latin typeface="Poppins"/>
                <a:ea typeface="Poppins"/>
                <a:cs typeface="Poppins"/>
                <a:sym typeface="Poppins"/>
              </a:rPr>
              <a:t>My Clubs</a:t>
            </a:r>
          </a:p>
        </p:txBody>
      </p:sp>
      <p:sp>
        <p:nvSpPr>
          <p:cNvPr name="TextBox 14" id="14"/>
          <p:cNvSpPr txBox="true"/>
          <p:nvPr/>
        </p:nvSpPr>
        <p:spPr>
          <a:xfrm rot="0">
            <a:off x="15613784" y="1049992"/>
            <a:ext cx="1281321" cy="349989"/>
          </a:xfrm>
          <a:prstGeom prst="rect">
            <a:avLst/>
          </a:prstGeom>
        </p:spPr>
        <p:txBody>
          <a:bodyPr anchor="t" rtlCol="false" tIns="0" lIns="0" bIns="0" rIns="0">
            <a:spAutoFit/>
          </a:bodyPr>
          <a:lstStyle/>
          <a:p>
            <a:pPr algn="ctr">
              <a:lnSpc>
                <a:spcPts val="2753"/>
              </a:lnSpc>
            </a:pPr>
            <a:r>
              <a:rPr lang="en-US" sz="1967">
                <a:solidFill>
                  <a:srgbClr val="DC6C6C"/>
                </a:solidFill>
                <a:latin typeface="Poppins"/>
                <a:ea typeface="Poppins"/>
                <a:cs typeface="Poppins"/>
                <a:sym typeface="Poppins"/>
              </a:rPr>
              <a:t>Log Out</a:t>
            </a:r>
          </a:p>
        </p:txBody>
      </p:sp>
      <p:sp>
        <p:nvSpPr>
          <p:cNvPr name="TextBox 15" id="15"/>
          <p:cNvSpPr txBox="true"/>
          <p:nvPr/>
        </p:nvSpPr>
        <p:spPr>
          <a:xfrm rot="0">
            <a:off x="1353503" y="1810702"/>
            <a:ext cx="6837083" cy="1112877"/>
          </a:xfrm>
          <a:prstGeom prst="rect">
            <a:avLst/>
          </a:prstGeom>
        </p:spPr>
        <p:txBody>
          <a:bodyPr anchor="t" rtlCol="false" tIns="0" lIns="0" bIns="0" rIns="0">
            <a:spAutoFit/>
          </a:bodyPr>
          <a:lstStyle/>
          <a:p>
            <a:pPr algn="l" marL="0" indent="0" lvl="0">
              <a:lnSpc>
                <a:spcPts val="7924"/>
              </a:lnSpc>
              <a:spcBef>
                <a:spcPct val="0"/>
              </a:spcBef>
            </a:pPr>
            <a:r>
              <a:rPr lang="en-US" b="true" sz="7406">
                <a:solidFill>
                  <a:srgbClr val="FDFDFD"/>
                </a:solidFill>
                <a:latin typeface="Poppins Bold"/>
                <a:ea typeface="Poppins Bold"/>
                <a:cs typeface="Poppins Bold"/>
                <a:sym typeface="Poppins Bold"/>
              </a:rPr>
              <a:t>User-Friendly </a:t>
            </a:r>
          </a:p>
        </p:txBody>
      </p:sp>
      <p:sp>
        <p:nvSpPr>
          <p:cNvPr name="TextBox 16" id="16"/>
          <p:cNvSpPr txBox="true"/>
          <p:nvPr/>
        </p:nvSpPr>
        <p:spPr>
          <a:xfrm rot="0">
            <a:off x="1353502" y="2762723"/>
            <a:ext cx="5813361" cy="1112877"/>
          </a:xfrm>
          <a:prstGeom prst="rect">
            <a:avLst/>
          </a:prstGeom>
        </p:spPr>
        <p:txBody>
          <a:bodyPr anchor="t" rtlCol="false" tIns="0" lIns="0" bIns="0" rIns="0">
            <a:spAutoFit/>
          </a:bodyPr>
          <a:lstStyle/>
          <a:p>
            <a:pPr algn="l" marL="0" indent="0" lvl="0">
              <a:lnSpc>
                <a:spcPts val="7924"/>
              </a:lnSpc>
              <a:spcBef>
                <a:spcPct val="0"/>
              </a:spcBef>
            </a:pPr>
            <a:r>
              <a:rPr lang="en-US" b="true" sz="7406">
                <a:solidFill>
                  <a:srgbClr val="FDFDFD"/>
                </a:solidFill>
                <a:latin typeface="Poppins Bold"/>
                <a:ea typeface="Poppins Bold"/>
                <a:cs typeface="Poppins Bold"/>
                <a:sym typeface="Poppins Bold"/>
              </a:rPr>
              <a:t>Interface</a:t>
            </a:r>
          </a:p>
        </p:txBody>
      </p:sp>
      <p:grpSp>
        <p:nvGrpSpPr>
          <p:cNvPr name="Group 17" id="17"/>
          <p:cNvGrpSpPr>
            <a:grpSpLocks noChangeAspect="true"/>
          </p:cNvGrpSpPr>
          <p:nvPr/>
        </p:nvGrpSpPr>
        <p:grpSpPr>
          <a:xfrm rot="0">
            <a:off x="3276279" y="6181610"/>
            <a:ext cx="1894467" cy="3748529"/>
            <a:chOff x="0" y="0"/>
            <a:chExt cx="2620010" cy="5184140"/>
          </a:xfrm>
        </p:grpSpPr>
        <p:sp>
          <p:nvSpPr>
            <p:cNvPr name="Freeform 18" id="18"/>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171616"/>
            </a:solidFill>
          </p:spPr>
        </p:sp>
        <p:sp>
          <p:nvSpPr>
            <p:cNvPr name="Freeform 19" id="19"/>
            <p:cNvSpPr/>
            <p:nvPr/>
          </p:nvSpPr>
          <p:spPr>
            <a:xfrm flipH="false" flipV="false" rot="0">
              <a:off x="185420" y="156210"/>
              <a:ext cx="2251710" cy="4876800"/>
            </a:xfrm>
            <a:custGeom>
              <a:avLst/>
              <a:gdLst/>
              <a:ahLst/>
              <a:cxnLst/>
              <a:rect r="r" b="b" t="t" l="l"/>
              <a:pathLst>
                <a:path h="4876800" w="225171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solidFill>
              <a:srgbClr val="414040"/>
            </a:solidFill>
            <a:ln w="12700">
              <a:solidFill>
                <a:srgbClr val="000000"/>
              </a:solidFill>
            </a:ln>
          </p:spPr>
        </p:sp>
        <p:sp>
          <p:nvSpPr>
            <p:cNvPr name="Freeform 20" id="20"/>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14C9D"/>
            </a:solidFill>
          </p:spPr>
        </p:sp>
        <p:sp>
          <p:nvSpPr>
            <p:cNvPr name="Freeform 21" id="21"/>
            <p:cNvSpPr/>
            <p:nvPr/>
          </p:nvSpPr>
          <p:spPr>
            <a:xfrm flipH="false" flipV="false" rot="0">
              <a:off x="1578312" y="187909"/>
              <a:ext cx="66636" cy="63602"/>
            </a:xfrm>
            <a:custGeom>
              <a:avLst/>
              <a:gdLst/>
              <a:ahLst/>
              <a:cxnLst/>
              <a:rect r="r" b="b" t="t" l="l"/>
              <a:pathLst>
                <a:path h="63602" w="66636">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514C9D"/>
            </a:solidFill>
          </p:spPr>
        </p:sp>
        <p:sp>
          <p:nvSpPr>
            <p:cNvPr name="Freeform 22" id="22"/>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968CE4"/>
            </a:solidFill>
          </p:spPr>
        </p:sp>
        <p:sp>
          <p:nvSpPr>
            <p:cNvPr name="Freeform 23" id="23"/>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968CE4"/>
            </a:solidFill>
          </p:spPr>
        </p:sp>
        <p:sp>
          <p:nvSpPr>
            <p:cNvPr name="Freeform 24" id="24"/>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968CE4"/>
            </a:solidFill>
          </p:spPr>
        </p:sp>
        <p:sp>
          <p:nvSpPr>
            <p:cNvPr name="Freeform 25" id="25"/>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968CE4"/>
            </a:solidFill>
          </p:spPr>
        </p:sp>
        <p:sp>
          <p:nvSpPr>
            <p:cNvPr name="Freeform 26" id="26"/>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F0B7D0"/>
            </a:solidFill>
          </p:spPr>
        </p:sp>
      </p:grpSp>
      <p:grpSp>
        <p:nvGrpSpPr>
          <p:cNvPr name="Group 27" id="27"/>
          <p:cNvGrpSpPr>
            <a:grpSpLocks noChangeAspect="true"/>
          </p:cNvGrpSpPr>
          <p:nvPr/>
        </p:nvGrpSpPr>
        <p:grpSpPr>
          <a:xfrm rot="0">
            <a:off x="5999422" y="5334329"/>
            <a:ext cx="6900562" cy="3958079"/>
            <a:chOff x="0" y="0"/>
            <a:chExt cx="7981950" cy="4578350"/>
          </a:xfrm>
        </p:grpSpPr>
        <p:sp>
          <p:nvSpPr>
            <p:cNvPr name="Freeform 28" id="28"/>
            <p:cNvSpPr/>
            <p:nvPr/>
          </p:nvSpPr>
          <p:spPr>
            <a:xfrm flipH="false" flipV="false" rot="0">
              <a:off x="765810" y="21590"/>
              <a:ext cx="6451600" cy="4326890"/>
            </a:xfrm>
            <a:custGeom>
              <a:avLst/>
              <a:gdLst/>
              <a:ahLst/>
              <a:cxnLst/>
              <a:rect r="r" b="b" t="t" l="l"/>
              <a:pathLst>
                <a:path h="4326890" w="6451600">
                  <a:moveTo>
                    <a:pt x="6224270" y="0"/>
                  </a:moveTo>
                  <a:lnTo>
                    <a:pt x="226060" y="0"/>
                  </a:lnTo>
                  <a:cubicBezTo>
                    <a:pt x="101600" y="0"/>
                    <a:pt x="0" y="101600"/>
                    <a:pt x="0" y="226060"/>
                  </a:cubicBezTo>
                  <a:lnTo>
                    <a:pt x="0" y="4326890"/>
                  </a:lnTo>
                  <a:lnTo>
                    <a:pt x="6451601" y="4326890"/>
                  </a:lnTo>
                  <a:lnTo>
                    <a:pt x="6451601" y="226060"/>
                  </a:lnTo>
                  <a:cubicBezTo>
                    <a:pt x="6450331" y="101600"/>
                    <a:pt x="6348731" y="0"/>
                    <a:pt x="6224270" y="0"/>
                  </a:cubicBezTo>
                  <a:close/>
                  <a:moveTo>
                    <a:pt x="6252210" y="4043680"/>
                  </a:moveTo>
                  <a:lnTo>
                    <a:pt x="196851" y="4043680"/>
                  </a:lnTo>
                  <a:lnTo>
                    <a:pt x="196851" y="255270"/>
                  </a:lnTo>
                  <a:lnTo>
                    <a:pt x="6252210" y="255270"/>
                  </a:lnTo>
                  <a:lnTo>
                    <a:pt x="6252210" y="4043680"/>
                  </a:lnTo>
                  <a:close/>
                </a:path>
              </a:pathLst>
            </a:custGeom>
            <a:solidFill>
              <a:srgbClr val="171616"/>
            </a:solidFill>
          </p:spPr>
        </p:sp>
        <p:sp>
          <p:nvSpPr>
            <p:cNvPr name="Freeform 29" id="29"/>
            <p:cNvSpPr/>
            <p:nvPr/>
          </p:nvSpPr>
          <p:spPr>
            <a:xfrm flipH="false" flipV="false" rot="0">
              <a:off x="0" y="0"/>
              <a:ext cx="7981950" cy="4542790"/>
            </a:xfrm>
            <a:custGeom>
              <a:avLst/>
              <a:gdLst/>
              <a:ahLst/>
              <a:cxnLst/>
              <a:rect r="r" b="b" t="t" l="l"/>
              <a:pathLst>
                <a:path h="4542790" w="7981950">
                  <a:moveTo>
                    <a:pt x="7239000" y="4348480"/>
                  </a:moveTo>
                  <a:lnTo>
                    <a:pt x="7239000" y="243840"/>
                  </a:lnTo>
                  <a:cubicBezTo>
                    <a:pt x="7239000" y="109220"/>
                    <a:pt x="7129780" y="0"/>
                    <a:pt x="6995160" y="0"/>
                  </a:cubicBezTo>
                  <a:lnTo>
                    <a:pt x="985520" y="0"/>
                  </a:lnTo>
                  <a:cubicBezTo>
                    <a:pt x="852170" y="0"/>
                    <a:pt x="742950" y="109220"/>
                    <a:pt x="742950" y="243840"/>
                  </a:cubicBezTo>
                  <a:lnTo>
                    <a:pt x="742950" y="4349750"/>
                  </a:lnTo>
                  <a:lnTo>
                    <a:pt x="0" y="4349750"/>
                  </a:lnTo>
                  <a:lnTo>
                    <a:pt x="0" y="4447540"/>
                  </a:lnTo>
                  <a:cubicBezTo>
                    <a:pt x="0" y="4500880"/>
                    <a:pt x="43180" y="4542790"/>
                    <a:pt x="95250" y="4542790"/>
                  </a:cubicBezTo>
                  <a:lnTo>
                    <a:pt x="7886700" y="4542790"/>
                  </a:lnTo>
                  <a:cubicBezTo>
                    <a:pt x="7940040" y="4542790"/>
                    <a:pt x="7981950" y="4499610"/>
                    <a:pt x="7981950" y="4447540"/>
                  </a:cubicBezTo>
                  <a:lnTo>
                    <a:pt x="7981950" y="4349750"/>
                  </a:lnTo>
                  <a:lnTo>
                    <a:pt x="7239000" y="4349750"/>
                  </a:lnTo>
                  <a:close/>
                  <a:moveTo>
                    <a:pt x="4519930" y="4348480"/>
                  </a:moveTo>
                  <a:lnTo>
                    <a:pt x="4519930" y="4349750"/>
                  </a:lnTo>
                  <a:cubicBezTo>
                    <a:pt x="4519930" y="4403090"/>
                    <a:pt x="4476750" y="4445000"/>
                    <a:pt x="4424680" y="4445000"/>
                  </a:cubicBezTo>
                  <a:lnTo>
                    <a:pt x="3557270" y="4445000"/>
                  </a:lnTo>
                  <a:cubicBezTo>
                    <a:pt x="3503930" y="4445000"/>
                    <a:pt x="3462020" y="4401820"/>
                    <a:pt x="3462020" y="4349750"/>
                  </a:cubicBezTo>
                  <a:lnTo>
                    <a:pt x="3462020" y="4348480"/>
                  </a:lnTo>
                  <a:lnTo>
                    <a:pt x="765810" y="4348480"/>
                  </a:lnTo>
                  <a:lnTo>
                    <a:pt x="765810" y="247650"/>
                  </a:lnTo>
                  <a:cubicBezTo>
                    <a:pt x="765810" y="123190"/>
                    <a:pt x="867410" y="21590"/>
                    <a:pt x="991870" y="21590"/>
                  </a:cubicBezTo>
                  <a:lnTo>
                    <a:pt x="6990080" y="21590"/>
                  </a:lnTo>
                  <a:cubicBezTo>
                    <a:pt x="7114539" y="21590"/>
                    <a:pt x="7216139" y="123190"/>
                    <a:pt x="7216139" y="247650"/>
                  </a:cubicBezTo>
                  <a:lnTo>
                    <a:pt x="7216139" y="4348480"/>
                  </a:lnTo>
                  <a:lnTo>
                    <a:pt x="4519930" y="4348480"/>
                  </a:lnTo>
                  <a:close/>
                </a:path>
              </a:pathLst>
            </a:custGeom>
            <a:solidFill>
              <a:srgbClr val="968CE4"/>
            </a:solidFill>
          </p:spPr>
        </p:sp>
        <p:sp>
          <p:nvSpPr>
            <p:cNvPr name="Freeform 30" id="30"/>
            <p:cNvSpPr/>
            <p:nvPr/>
          </p:nvSpPr>
          <p:spPr>
            <a:xfrm flipH="false" flipV="false" rot="0">
              <a:off x="3460750" y="4349750"/>
              <a:ext cx="1059180" cy="96520"/>
            </a:xfrm>
            <a:custGeom>
              <a:avLst/>
              <a:gdLst/>
              <a:ahLst/>
              <a:cxnLst/>
              <a:rect r="r" b="b" t="t" l="l"/>
              <a:pathLst>
                <a:path h="96520" w="1059180">
                  <a:moveTo>
                    <a:pt x="96520" y="96520"/>
                  </a:moveTo>
                  <a:lnTo>
                    <a:pt x="963930" y="96520"/>
                  </a:lnTo>
                  <a:cubicBezTo>
                    <a:pt x="1017270" y="96520"/>
                    <a:pt x="1059180" y="53340"/>
                    <a:pt x="1059180" y="1270"/>
                  </a:cubicBezTo>
                  <a:lnTo>
                    <a:pt x="1059180" y="0"/>
                  </a:lnTo>
                  <a:lnTo>
                    <a:pt x="0" y="0"/>
                  </a:lnTo>
                  <a:lnTo>
                    <a:pt x="0" y="1270"/>
                  </a:lnTo>
                  <a:cubicBezTo>
                    <a:pt x="0" y="53340"/>
                    <a:pt x="43180" y="96520"/>
                    <a:pt x="96520" y="96520"/>
                  </a:cubicBezTo>
                  <a:close/>
                </a:path>
              </a:pathLst>
            </a:custGeom>
            <a:solidFill>
              <a:srgbClr val="6B64B8"/>
            </a:solidFill>
          </p:spPr>
        </p:sp>
        <p:sp>
          <p:nvSpPr>
            <p:cNvPr name="Freeform 31" id="31"/>
            <p:cNvSpPr/>
            <p:nvPr/>
          </p:nvSpPr>
          <p:spPr>
            <a:xfrm flipH="false" flipV="false" rot="0">
              <a:off x="163830" y="4542790"/>
              <a:ext cx="7654290" cy="35560"/>
            </a:xfrm>
            <a:custGeom>
              <a:avLst/>
              <a:gdLst/>
              <a:ahLst/>
              <a:cxnLst/>
              <a:rect r="r" b="b" t="t" l="l"/>
              <a:pathLst>
                <a:path h="35560" w="7654290">
                  <a:moveTo>
                    <a:pt x="0" y="0"/>
                  </a:moveTo>
                  <a:cubicBezTo>
                    <a:pt x="0" y="20320"/>
                    <a:pt x="16510" y="35560"/>
                    <a:pt x="35560" y="35560"/>
                  </a:cubicBezTo>
                  <a:lnTo>
                    <a:pt x="7618730" y="35560"/>
                  </a:lnTo>
                  <a:cubicBezTo>
                    <a:pt x="7639050" y="35560"/>
                    <a:pt x="7654290" y="19050"/>
                    <a:pt x="7654290" y="0"/>
                  </a:cubicBezTo>
                  <a:lnTo>
                    <a:pt x="0" y="0"/>
                  </a:lnTo>
                  <a:close/>
                </a:path>
              </a:pathLst>
            </a:custGeom>
            <a:solidFill>
              <a:srgbClr val="6B64B8"/>
            </a:solidFill>
          </p:spPr>
        </p:sp>
        <p:sp>
          <p:nvSpPr>
            <p:cNvPr name="Freeform 32" id="32"/>
            <p:cNvSpPr/>
            <p:nvPr/>
          </p:nvSpPr>
          <p:spPr>
            <a:xfrm flipH="false" flipV="false" rot="0">
              <a:off x="962660" y="276860"/>
              <a:ext cx="6055360" cy="3789680"/>
            </a:xfrm>
            <a:custGeom>
              <a:avLst/>
              <a:gdLst/>
              <a:ahLst/>
              <a:cxnLst/>
              <a:rect r="r" b="b" t="t" l="l"/>
              <a:pathLst>
                <a:path h="3789680" w="6055360">
                  <a:moveTo>
                    <a:pt x="0" y="0"/>
                  </a:moveTo>
                  <a:lnTo>
                    <a:pt x="6055360" y="0"/>
                  </a:lnTo>
                  <a:lnTo>
                    <a:pt x="6055360" y="3789680"/>
                  </a:lnTo>
                  <a:lnTo>
                    <a:pt x="0" y="3789680"/>
                  </a:lnTo>
                  <a:close/>
                </a:path>
              </a:pathLst>
            </a:custGeom>
            <a:solidFill>
              <a:srgbClr val="414040"/>
            </a:solidFill>
            <a:ln w="12700">
              <a:solidFill>
                <a:srgbClr val="000000"/>
              </a:solidFill>
            </a:ln>
          </p:spPr>
        </p:sp>
      </p:grpSp>
      <p:sp>
        <p:nvSpPr>
          <p:cNvPr name="TextBox 33" id="33"/>
          <p:cNvSpPr txBox="true"/>
          <p:nvPr/>
        </p:nvSpPr>
        <p:spPr>
          <a:xfrm rot="0">
            <a:off x="1353602" y="4647820"/>
            <a:ext cx="5218006" cy="1297104"/>
          </a:xfrm>
          <a:prstGeom prst="rect">
            <a:avLst/>
          </a:prstGeom>
        </p:spPr>
        <p:txBody>
          <a:bodyPr anchor="t" rtlCol="false" tIns="0" lIns="0" bIns="0" rIns="0">
            <a:spAutoFit/>
          </a:bodyPr>
          <a:lstStyle/>
          <a:p>
            <a:pPr algn="l" marL="0" indent="0" lvl="0">
              <a:lnSpc>
                <a:spcPts val="3410"/>
              </a:lnSpc>
            </a:pPr>
            <a:r>
              <a:rPr lang="en-US" sz="2258">
                <a:solidFill>
                  <a:srgbClr val="FDFDFD"/>
                </a:solidFill>
                <a:latin typeface="Poppins"/>
                <a:ea typeface="Poppins"/>
                <a:cs typeface="Poppins"/>
                <a:sym typeface="Poppins"/>
              </a:rPr>
              <a:t>The UI/UX is maintained in such a way that makes the exploring hassle-free</a:t>
            </a:r>
          </a:p>
        </p:txBody>
      </p:sp>
      <p:grpSp>
        <p:nvGrpSpPr>
          <p:cNvPr name="Group 34" id="34"/>
          <p:cNvGrpSpPr/>
          <p:nvPr/>
        </p:nvGrpSpPr>
        <p:grpSpPr>
          <a:xfrm rot="0">
            <a:off x="1353602" y="964094"/>
            <a:ext cx="1931304" cy="579623"/>
            <a:chOff x="0" y="0"/>
            <a:chExt cx="2575072" cy="772830"/>
          </a:xfrm>
        </p:grpSpPr>
        <p:sp>
          <p:nvSpPr>
            <p:cNvPr name="Freeform 35" id="35"/>
            <p:cNvSpPr/>
            <p:nvPr/>
          </p:nvSpPr>
          <p:spPr>
            <a:xfrm flipH="false" flipV="false" rot="0">
              <a:off x="0" y="0"/>
              <a:ext cx="772830" cy="772830"/>
            </a:xfrm>
            <a:custGeom>
              <a:avLst/>
              <a:gdLst/>
              <a:ahLst/>
              <a:cxnLst/>
              <a:rect r="r" b="b" t="t" l="l"/>
              <a:pathLst>
                <a:path h="772830" w="772830">
                  <a:moveTo>
                    <a:pt x="0" y="0"/>
                  </a:moveTo>
                  <a:lnTo>
                    <a:pt x="772830" y="0"/>
                  </a:lnTo>
                  <a:lnTo>
                    <a:pt x="772830" y="772830"/>
                  </a:lnTo>
                  <a:lnTo>
                    <a:pt x="0" y="772830"/>
                  </a:lnTo>
                  <a:lnTo>
                    <a:pt x="0" y="0"/>
                  </a:lnTo>
                  <a:close/>
                </a:path>
              </a:pathLst>
            </a:custGeom>
            <a:blipFill>
              <a:blip r:embed="rId2"/>
              <a:stretch>
                <a:fillRect l="0" t="0" r="0" b="0"/>
              </a:stretch>
            </a:blipFill>
          </p:spPr>
        </p:sp>
        <p:sp>
          <p:nvSpPr>
            <p:cNvPr name="TextBox 36" id="36"/>
            <p:cNvSpPr txBox="true"/>
            <p:nvPr/>
          </p:nvSpPr>
          <p:spPr>
            <a:xfrm rot="0">
              <a:off x="742420" y="214179"/>
              <a:ext cx="1832652" cy="428341"/>
            </a:xfrm>
            <a:prstGeom prst="rect">
              <a:avLst/>
            </a:prstGeom>
          </p:spPr>
          <p:txBody>
            <a:bodyPr anchor="t" rtlCol="false" tIns="0" lIns="0" bIns="0" rIns="0">
              <a:spAutoFit/>
            </a:bodyPr>
            <a:lstStyle/>
            <a:p>
              <a:pPr algn="l">
                <a:lnSpc>
                  <a:spcPts val="2301"/>
                </a:lnSpc>
              </a:pPr>
              <a:r>
                <a:rPr lang="en-US" sz="2150" b="true">
                  <a:solidFill>
                    <a:srgbClr val="FDFDFD"/>
                  </a:solidFill>
                  <a:latin typeface="Poppins Medium"/>
                  <a:ea typeface="Poppins Medium"/>
                  <a:cs typeface="Poppins Medium"/>
                  <a:sym typeface="Poppins Medium"/>
                </a:rPr>
                <a:t>LitScope</a:t>
              </a:r>
            </a:p>
          </p:txBody>
        </p:sp>
      </p:grpSp>
      <p:grpSp>
        <p:nvGrpSpPr>
          <p:cNvPr name="Group 37" id="37"/>
          <p:cNvGrpSpPr/>
          <p:nvPr/>
        </p:nvGrpSpPr>
        <p:grpSpPr>
          <a:xfrm rot="0">
            <a:off x="3438204" y="7391334"/>
            <a:ext cx="1570617" cy="1329081"/>
            <a:chOff x="0" y="0"/>
            <a:chExt cx="2094156" cy="1772108"/>
          </a:xfrm>
        </p:grpSpPr>
        <p:sp>
          <p:nvSpPr>
            <p:cNvPr name="TextBox 38" id="38"/>
            <p:cNvSpPr txBox="true"/>
            <p:nvPr/>
          </p:nvSpPr>
          <p:spPr>
            <a:xfrm rot="0">
              <a:off x="0" y="1433186"/>
              <a:ext cx="2094156" cy="338922"/>
            </a:xfrm>
            <a:prstGeom prst="rect">
              <a:avLst/>
            </a:prstGeom>
          </p:spPr>
          <p:txBody>
            <a:bodyPr anchor="t" rtlCol="false" tIns="0" lIns="0" bIns="0" rIns="0">
              <a:spAutoFit/>
            </a:bodyPr>
            <a:lstStyle/>
            <a:p>
              <a:pPr algn="ctr">
                <a:lnSpc>
                  <a:spcPts val="1872"/>
                </a:lnSpc>
              </a:pPr>
              <a:r>
                <a:rPr lang="en-US" sz="1749">
                  <a:solidFill>
                    <a:srgbClr val="FDFDFD"/>
                  </a:solidFill>
                  <a:latin typeface="Poppins"/>
                  <a:ea typeface="Poppins"/>
                  <a:cs typeface="Poppins"/>
                  <a:sym typeface="Poppins"/>
                </a:rPr>
                <a:t>LitScope</a:t>
              </a:r>
            </a:p>
          </p:txBody>
        </p:sp>
        <p:sp>
          <p:nvSpPr>
            <p:cNvPr name="Freeform 39" id="39"/>
            <p:cNvSpPr/>
            <p:nvPr/>
          </p:nvSpPr>
          <p:spPr>
            <a:xfrm flipH="false" flipV="false" rot="0">
              <a:off x="276021" y="0"/>
              <a:ext cx="1513929" cy="1513929"/>
            </a:xfrm>
            <a:custGeom>
              <a:avLst/>
              <a:gdLst/>
              <a:ahLst/>
              <a:cxnLst/>
              <a:rect r="r" b="b" t="t" l="l"/>
              <a:pathLst>
                <a:path h="1513929" w="1513929">
                  <a:moveTo>
                    <a:pt x="0" y="0"/>
                  </a:moveTo>
                  <a:lnTo>
                    <a:pt x="1513929" y="0"/>
                  </a:lnTo>
                  <a:lnTo>
                    <a:pt x="1513929" y="1513929"/>
                  </a:lnTo>
                  <a:lnTo>
                    <a:pt x="0" y="1513929"/>
                  </a:lnTo>
                  <a:lnTo>
                    <a:pt x="0" y="0"/>
                  </a:lnTo>
                  <a:close/>
                </a:path>
              </a:pathLst>
            </a:custGeom>
            <a:blipFill>
              <a:blip r:embed="rId2"/>
              <a:stretch>
                <a:fillRect l="0" t="0" r="0" b="0"/>
              </a:stretch>
            </a:blipFill>
          </p:spPr>
        </p:sp>
      </p:grpSp>
      <p:grpSp>
        <p:nvGrpSpPr>
          <p:cNvPr name="Group 40" id="40"/>
          <p:cNvGrpSpPr>
            <a:grpSpLocks noChangeAspect="true"/>
          </p:cNvGrpSpPr>
          <p:nvPr/>
        </p:nvGrpSpPr>
        <p:grpSpPr>
          <a:xfrm rot="0">
            <a:off x="12602716" y="2362378"/>
            <a:ext cx="4564916" cy="5943901"/>
            <a:chOff x="0" y="0"/>
            <a:chExt cx="14630400" cy="19050000"/>
          </a:xfrm>
        </p:grpSpPr>
        <p:sp>
          <p:nvSpPr>
            <p:cNvPr name="Freeform 41" id="41"/>
            <p:cNvSpPr/>
            <p:nvPr/>
          </p:nvSpPr>
          <p:spPr>
            <a:xfrm flipH="false" flipV="false" rot="0">
              <a:off x="604520" y="545084"/>
              <a:ext cx="13421360" cy="17959831"/>
            </a:xfrm>
            <a:custGeom>
              <a:avLst/>
              <a:gdLst/>
              <a:ahLst/>
              <a:cxnLst/>
              <a:rect r="r" b="b" t="t" l="l"/>
              <a:pathLst>
                <a:path h="17959831" w="13421360">
                  <a:moveTo>
                    <a:pt x="13421360" y="17959831"/>
                  </a:moveTo>
                  <a:lnTo>
                    <a:pt x="0" y="17959831"/>
                  </a:lnTo>
                  <a:lnTo>
                    <a:pt x="0" y="0"/>
                  </a:lnTo>
                  <a:lnTo>
                    <a:pt x="13421360" y="0"/>
                  </a:lnTo>
                  <a:lnTo>
                    <a:pt x="13421360" y="17959831"/>
                  </a:lnTo>
                  <a:close/>
                </a:path>
              </a:pathLst>
            </a:custGeom>
            <a:solidFill>
              <a:srgbClr val="414040"/>
            </a:solidFill>
            <a:ln w="12700">
              <a:solidFill>
                <a:srgbClr val="000000"/>
              </a:solidFill>
            </a:ln>
          </p:spPr>
        </p:sp>
        <p:sp>
          <p:nvSpPr>
            <p:cNvPr name="Freeform 42" id="42"/>
            <p:cNvSpPr/>
            <p:nvPr/>
          </p:nvSpPr>
          <p:spPr>
            <a:xfrm flipH="false" flipV="false" rot="0">
              <a:off x="0" y="0"/>
              <a:ext cx="14630400" cy="19050000"/>
            </a:xfrm>
            <a:custGeom>
              <a:avLst/>
              <a:gdLst/>
              <a:ahLst/>
              <a:cxnLst/>
              <a:rect r="r" b="b" t="t" l="l"/>
              <a:pathLst>
                <a:path h="19050000" w="14630400">
                  <a:moveTo>
                    <a:pt x="14630400" y="19050000"/>
                  </a:moveTo>
                  <a:lnTo>
                    <a:pt x="0" y="19050000"/>
                  </a:lnTo>
                  <a:lnTo>
                    <a:pt x="0" y="0"/>
                  </a:lnTo>
                  <a:lnTo>
                    <a:pt x="14630400" y="0"/>
                  </a:lnTo>
                  <a:lnTo>
                    <a:pt x="14630400" y="19050000"/>
                  </a:lnTo>
                  <a:close/>
                </a:path>
              </a:pathLst>
            </a:custGeom>
            <a:blipFill>
              <a:blip r:embed="rId3"/>
              <a:stretch>
                <a:fillRect l="0" t="-32" r="0" b="-32"/>
              </a:stretch>
            </a:blipFill>
          </p:spPr>
        </p:sp>
      </p:grpSp>
      <p:grpSp>
        <p:nvGrpSpPr>
          <p:cNvPr name="Group 43" id="43"/>
          <p:cNvGrpSpPr/>
          <p:nvPr/>
        </p:nvGrpSpPr>
        <p:grpSpPr>
          <a:xfrm rot="0">
            <a:off x="13970213" y="4560075"/>
            <a:ext cx="1829922" cy="1548508"/>
            <a:chOff x="0" y="0"/>
            <a:chExt cx="2439896" cy="2064678"/>
          </a:xfrm>
        </p:grpSpPr>
        <p:sp>
          <p:nvSpPr>
            <p:cNvPr name="TextBox 44" id="44"/>
            <p:cNvSpPr txBox="true"/>
            <p:nvPr/>
          </p:nvSpPr>
          <p:spPr>
            <a:xfrm rot="0">
              <a:off x="0" y="1668228"/>
              <a:ext cx="2439896" cy="396450"/>
            </a:xfrm>
            <a:prstGeom prst="rect">
              <a:avLst/>
            </a:prstGeom>
          </p:spPr>
          <p:txBody>
            <a:bodyPr anchor="t" rtlCol="false" tIns="0" lIns="0" bIns="0" rIns="0">
              <a:spAutoFit/>
            </a:bodyPr>
            <a:lstStyle/>
            <a:p>
              <a:pPr algn="ctr">
                <a:lnSpc>
                  <a:spcPts val="2181"/>
                </a:lnSpc>
              </a:pPr>
              <a:r>
                <a:rPr lang="en-US" sz="2038">
                  <a:solidFill>
                    <a:srgbClr val="FDFDFD"/>
                  </a:solidFill>
                  <a:latin typeface="Poppins"/>
                  <a:ea typeface="Poppins"/>
                  <a:cs typeface="Poppins"/>
                  <a:sym typeface="Poppins"/>
                </a:rPr>
                <a:t>LitScope</a:t>
              </a:r>
            </a:p>
          </p:txBody>
        </p:sp>
        <p:sp>
          <p:nvSpPr>
            <p:cNvPr name="Freeform 45" id="45"/>
            <p:cNvSpPr/>
            <p:nvPr/>
          </p:nvSpPr>
          <p:spPr>
            <a:xfrm flipH="false" flipV="false" rot="0">
              <a:off x="321592" y="0"/>
              <a:ext cx="1763874" cy="1763874"/>
            </a:xfrm>
            <a:custGeom>
              <a:avLst/>
              <a:gdLst/>
              <a:ahLst/>
              <a:cxnLst/>
              <a:rect r="r" b="b" t="t" l="l"/>
              <a:pathLst>
                <a:path h="1763874" w="1763874">
                  <a:moveTo>
                    <a:pt x="0" y="0"/>
                  </a:moveTo>
                  <a:lnTo>
                    <a:pt x="1763874" y="0"/>
                  </a:lnTo>
                  <a:lnTo>
                    <a:pt x="1763874" y="1763874"/>
                  </a:lnTo>
                  <a:lnTo>
                    <a:pt x="0" y="1763874"/>
                  </a:lnTo>
                  <a:lnTo>
                    <a:pt x="0" y="0"/>
                  </a:lnTo>
                  <a:close/>
                </a:path>
              </a:pathLst>
            </a:custGeom>
            <a:blipFill>
              <a:blip r:embed="rId2"/>
              <a:stretch>
                <a:fillRect l="0" t="0" r="0" b="0"/>
              </a:stretch>
            </a:blipFill>
          </p:spPr>
        </p:sp>
      </p:grpSp>
      <p:grpSp>
        <p:nvGrpSpPr>
          <p:cNvPr name="Group 46" id="46"/>
          <p:cNvGrpSpPr/>
          <p:nvPr/>
        </p:nvGrpSpPr>
        <p:grpSpPr>
          <a:xfrm rot="0">
            <a:off x="8248669" y="6952914"/>
            <a:ext cx="2402068" cy="720908"/>
            <a:chOff x="0" y="0"/>
            <a:chExt cx="3202757" cy="961211"/>
          </a:xfrm>
        </p:grpSpPr>
        <p:sp>
          <p:nvSpPr>
            <p:cNvPr name="Freeform 47" id="47"/>
            <p:cNvSpPr/>
            <p:nvPr/>
          </p:nvSpPr>
          <p:spPr>
            <a:xfrm flipH="false" flipV="false" rot="0">
              <a:off x="0" y="0"/>
              <a:ext cx="961211" cy="961211"/>
            </a:xfrm>
            <a:custGeom>
              <a:avLst/>
              <a:gdLst/>
              <a:ahLst/>
              <a:cxnLst/>
              <a:rect r="r" b="b" t="t" l="l"/>
              <a:pathLst>
                <a:path h="961211" w="961211">
                  <a:moveTo>
                    <a:pt x="0" y="0"/>
                  </a:moveTo>
                  <a:lnTo>
                    <a:pt x="961211" y="0"/>
                  </a:lnTo>
                  <a:lnTo>
                    <a:pt x="961211" y="961211"/>
                  </a:lnTo>
                  <a:lnTo>
                    <a:pt x="0" y="961211"/>
                  </a:lnTo>
                  <a:lnTo>
                    <a:pt x="0" y="0"/>
                  </a:lnTo>
                  <a:close/>
                </a:path>
              </a:pathLst>
            </a:custGeom>
            <a:blipFill>
              <a:blip r:embed="rId2"/>
              <a:stretch>
                <a:fillRect l="0" t="0" r="0" b="0"/>
              </a:stretch>
            </a:blipFill>
          </p:spPr>
        </p:sp>
        <p:sp>
          <p:nvSpPr>
            <p:cNvPr name="TextBox 48" id="48"/>
            <p:cNvSpPr txBox="true"/>
            <p:nvPr/>
          </p:nvSpPr>
          <p:spPr>
            <a:xfrm rot="0">
              <a:off x="923389" y="275911"/>
              <a:ext cx="2279369" cy="523226"/>
            </a:xfrm>
            <a:prstGeom prst="rect">
              <a:avLst/>
            </a:prstGeom>
          </p:spPr>
          <p:txBody>
            <a:bodyPr anchor="t" rtlCol="false" tIns="0" lIns="0" bIns="0" rIns="0">
              <a:spAutoFit/>
            </a:bodyPr>
            <a:lstStyle/>
            <a:p>
              <a:pPr algn="l">
                <a:lnSpc>
                  <a:spcPts val="2861"/>
                </a:lnSpc>
              </a:pPr>
              <a:r>
                <a:rPr lang="en-US" sz="2674" b="true">
                  <a:solidFill>
                    <a:srgbClr val="FDFDFD"/>
                  </a:solidFill>
                  <a:latin typeface="Poppins Medium"/>
                  <a:ea typeface="Poppins Medium"/>
                  <a:cs typeface="Poppins Medium"/>
                  <a:sym typeface="Poppins Medium"/>
                </a:rPr>
                <a:t>LitScope</a:t>
              </a:r>
            </a:p>
          </p:txBody>
        </p:sp>
      </p:grpSp>
    </p:spTree>
  </p:cSld>
  <p:clrMapOvr>
    <a:masterClrMapping/>
  </p:clrMapOvr>
  <p:transition spd="slow">
    <p:push dir="l"/>
  </p:transition>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6B64B8"/>
        </a:solidFill>
      </p:bgPr>
    </p:bg>
    <p:spTree>
      <p:nvGrpSpPr>
        <p:cNvPr id="1" name=""/>
        <p:cNvGrpSpPr/>
        <p:nvPr/>
      </p:nvGrpSpPr>
      <p:grpSpPr>
        <a:xfrm>
          <a:off x="0" y="0"/>
          <a:ext cx="0" cy="0"/>
          <a:chOff x="0" y="0"/>
          <a:chExt cx="0" cy="0"/>
        </a:xfrm>
      </p:grpSpPr>
      <p:grpSp>
        <p:nvGrpSpPr>
          <p:cNvPr name="Group 2" id="2"/>
          <p:cNvGrpSpPr/>
          <p:nvPr/>
        </p:nvGrpSpPr>
        <p:grpSpPr>
          <a:xfrm rot="524141">
            <a:off x="-720571" y="-1702946"/>
            <a:ext cx="4544240" cy="5877852"/>
            <a:chOff x="0" y="0"/>
            <a:chExt cx="665246" cy="860478"/>
          </a:xfrm>
        </p:grpSpPr>
        <p:sp>
          <p:nvSpPr>
            <p:cNvPr name="Freeform 3" id="3"/>
            <p:cNvSpPr/>
            <p:nvPr/>
          </p:nvSpPr>
          <p:spPr>
            <a:xfrm flipH="false" flipV="false" rot="0">
              <a:off x="0" y="0"/>
              <a:ext cx="665246" cy="860478"/>
            </a:xfrm>
            <a:custGeom>
              <a:avLst/>
              <a:gdLst/>
              <a:ahLst/>
              <a:cxnLst/>
              <a:rect r="r" b="b" t="t" l="l"/>
              <a:pathLst>
                <a:path h="860478" w="665246">
                  <a:moveTo>
                    <a:pt x="115850" y="0"/>
                  </a:moveTo>
                  <a:lnTo>
                    <a:pt x="549396" y="0"/>
                  </a:lnTo>
                  <a:cubicBezTo>
                    <a:pt x="580122" y="0"/>
                    <a:pt x="609588" y="12206"/>
                    <a:pt x="631315" y="33932"/>
                  </a:cubicBezTo>
                  <a:cubicBezTo>
                    <a:pt x="653041" y="55658"/>
                    <a:pt x="665246" y="85125"/>
                    <a:pt x="665246" y="115850"/>
                  </a:cubicBezTo>
                  <a:lnTo>
                    <a:pt x="665246" y="744628"/>
                  </a:lnTo>
                  <a:cubicBezTo>
                    <a:pt x="665246" y="808610"/>
                    <a:pt x="613378" y="860478"/>
                    <a:pt x="549396" y="860478"/>
                  </a:cubicBezTo>
                  <a:lnTo>
                    <a:pt x="115850" y="860478"/>
                  </a:lnTo>
                  <a:cubicBezTo>
                    <a:pt x="51868" y="860478"/>
                    <a:pt x="0" y="808610"/>
                    <a:pt x="0" y="744628"/>
                  </a:cubicBezTo>
                  <a:lnTo>
                    <a:pt x="0" y="115850"/>
                  </a:lnTo>
                  <a:cubicBezTo>
                    <a:pt x="0" y="51868"/>
                    <a:pt x="51868" y="0"/>
                    <a:pt x="115850" y="0"/>
                  </a:cubicBezTo>
                  <a:close/>
                </a:path>
              </a:pathLst>
            </a:custGeom>
            <a:solidFill>
              <a:srgbClr val="171616"/>
            </a:solidFill>
          </p:spPr>
        </p:sp>
        <p:sp>
          <p:nvSpPr>
            <p:cNvPr name="TextBox 4" id="4"/>
            <p:cNvSpPr txBox="true"/>
            <p:nvPr/>
          </p:nvSpPr>
          <p:spPr>
            <a:xfrm>
              <a:off x="0" y="-57150"/>
              <a:ext cx="665246" cy="91762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9449703" y="1042777"/>
            <a:ext cx="1551389" cy="422257"/>
            <a:chOff x="0" y="0"/>
            <a:chExt cx="531257" cy="144598"/>
          </a:xfrm>
        </p:grpSpPr>
        <p:sp>
          <p:nvSpPr>
            <p:cNvPr name="Freeform 6" id="6"/>
            <p:cNvSpPr/>
            <p:nvPr/>
          </p:nvSpPr>
          <p:spPr>
            <a:xfrm flipH="false" flipV="false" rot="0">
              <a:off x="0" y="0"/>
              <a:ext cx="531257" cy="144598"/>
            </a:xfrm>
            <a:custGeom>
              <a:avLst/>
              <a:gdLst/>
              <a:ahLst/>
              <a:cxnLst/>
              <a:rect r="r" b="b" t="t" l="l"/>
              <a:pathLst>
                <a:path h="144598" w="531257">
                  <a:moveTo>
                    <a:pt x="49903" y="0"/>
                  </a:moveTo>
                  <a:lnTo>
                    <a:pt x="481354" y="0"/>
                  </a:lnTo>
                  <a:cubicBezTo>
                    <a:pt x="508915" y="0"/>
                    <a:pt x="531257" y="22342"/>
                    <a:pt x="531257" y="49903"/>
                  </a:cubicBezTo>
                  <a:lnTo>
                    <a:pt x="531257" y="94694"/>
                  </a:lnTo>
                  <a:cubicBezTo>
                    <a:pt x="531257" y="122255"/>
                    <a:pt x="508915" y="144598"/>
                    <a:pt x="481354" y="144598"/>
                  </a:cubicBezTo>
                  <a:lnTo>
                    <a:pt x="49903" y="144598"/>
                  </a:lnTo>
                  <a:cubicBezTo>
                    <a:pt x="36668" y="144598"/>
                    <a:pt x="23975" y="139340"/>
                    <a:pt x="14616" y="129981"/>
                  </a:cubicBezTo>
                  <a:cubicBezTo>
                    <a:pt x="5258" y="120623"/>
                    <a:pt x="0" y="107930"/>
                    <a:pt x="0" y="94694"/>
                  </a:cubicBezTo>
                  <a:lnTo>
                    <a:pt x="0" y="49903"/>
                  </a:lnTo>
                  <a:cubicBezTo>
                    <a:pt x="0" y="22342"/>
                    <a:pt x="22342" y="0"/>
                    <a:pt x="49903" y="0"/>
                  </a:cubicBezTo>
                  <a:close/>
                </a:path>
              </a:pathLst>
            </a:custGeom>
            <a:solidFill>
              <a:srgbClr val="514C9D"/>
            </a:solidFill>
            <a:ln cap="sq">
              <a:noFill/>
              <a:prstDash val="solid"/>
              <a:miter/>
            </a:ln>
          </p:spPr>
        </p:sp>
        <p:sp>
          <p:nvSpPr>
            <p:cNvPr name="TextBox 7" id="7"/>
            <p:cNvSpPr txBox="true"/>
            <p:nvPr/>
          </p:nvSpPr>
          <p:spPr>
            <a:xfrm>
              <a:off x="0" y="-57150"/>
              <a:ext cx="531257" cy="201748"/>
            </a:xfrm>
            <a:prstGeom prst="rect">
              <a:avLst/>
            </a:prstGeom>
          </p:spPr>
          <p:txBody>
            <a:bodyPr anchor="ctr" rtlCol="false" tIns="50800" lIns="50800" bIns="50800" rIns="50800"/>
            <a:lstStyle/>
            <a:p>
              <a:pPr algn="ctr" marL="0" indent="0" lvl="0">
                <a:lnSpc>
                  <a:spcPts val="2520"/>
                </a:lnSpc>
                <a:spcBef>
                  <a:spcPct val="0"/>
                </a:spcBef>
              </a:pPr>
            </a:p>
          </p:txBody>
        </p:sp>
      </p:grpSp>
      <p:grpSp>
        <p:nvGrpSpPr>
          <p:cNvPr name="Group 8" id="8"/>
          <p:cNvGrpSpPr/>
          <p:nvPr/>
        </p:nvGrpSpPr>
        <p:grpSpPr>
          <a:xfrm rot="524141">
            <a:off x="13605760" y="6855137"/>
            <a:ext cx="7307079" cy="9451509"/>
            <a:chOff x="0" y="0"/>
            <a:chExt cx="665246" cy="860478"/>
          </a:xfrm>
        </p:grpSpPr>
        <p:sp>
          <p:nvSpPr>
            <p:cNvPr name="Freeform 9" id="9"/>
            <p:cNvSpPr/>
            <p:nvPr/>
          </p:nvSpPr>
          <p:spPr>
            <a:xfrm flipH="false" flipV="false" rot="0">
              <a:off x="0" y="0"/>
              <a:ext cx="665246" cy="860478"/>
            </a:xfrm>
            <a:custGeom>
              <a:avLst/>
              <a:gdLst/>
              <a:ahLst/>
              <a:cxnLst/>
              <a:rect r="r" b="b" t="t" l="l"/>
              <a:pathLst>
                <a:path h="860478" w="665246">
                  <a:moveTo>
                    <a:pt x="72047" y="0"/>
                  </a:moveTo>
                  <a:lnTo>
                    <a:pt x="593200" y="0"/>
                  </a:lnTo>
                  <a:cubicBezTo>
                    <a:pt x="612308" y="0"/>
                    <a:pt x="630633" y="7591"/>
                    <a:pt x="644144" y="21102"/>
                  </a:cubicBezTo>
                  <a:cubicBezTo>
                    <a:pt x="657656" y="34613"/>
                    <a:pt x="665246" y="52939"/>
                    <a:pt x="665246" y="72047"/>
                  </a:cubicBezTo>
                  <a:lnTo>
                    <a:pt x="665246" y="788431"/>
                  </a:lnTo>
                  <a:cubicBezTo>
                    <a:pt x="665246" y="807539"/>
                    <a:pt x="657656" y="825865"/>
                    <a:pt x="644144" y="839376"/>
                  </a:cubicBezTo>
                  <a:cubicBezTo>
                    <a:pt x="630633" y="852887"/>
                    <a:pt x="612308" y="860478"/>
                    <a:pt x="593200" y="860478"/>
                  </a:cubicBezTo>
                  <a:lnTo>
                    <a:pt x="72047" y="860478"/>
                  </a:lnTo>
                  <a:cubicBezTo>
                    <a:pt x="52939" y="860478"/>
                    <a:pt x="34613" y="852887"/>
                    <a:pt x="21102" y="839376"/>
                  </a:cubicBezTo>
                  <a:cubicBezTo>
                    <a:pt x="7591" y="825865"/>
                    <a:pt x="0" y="807539"/>
                    <a:pt x="0" y="788431"/>
                  </a:cubicBezTo>
                  <a:lnTo>
                    <a:pt x="0" y="72047"/>
                  </a:lnTo>
                  <a:cubicBezTo>
                    <a:pt x="0" y="52939"/>
                    <a:pt x="7591" y="34613"/>
                    <a:pt x="21102" y="21102"/>
                  </a:cubicBezTo>
                  <a:cubicBezTo>
                    <a:pt x="34613" y="7591"/>
                    <a:pt x="52939" y="0"/>
                    <a:pt x="72047" y="0"/>
                  </a:cubicBezTo>
                  <a:close/>
                </a:path>
              </a:pathLst>
            </a:custGeom>
            <a:solidFill>
              <a:srgbClr val="171616"/>
            </a:solidFill>
          </p:spPr>
        </p:sp>
        <p:sp>
          <p:nvSpPr>
            <p:cNvPr name="TextBox 10" id="10"/>
            <p:cNvSpPr txBox="true"/>
            <p:nvPr/>
          </p:nvSpPr>
          <p:spPr>
            <a:xfrm>
              <a:off x="0" y="-57150"/>
              <a:ext cx="665246" cy="917628"/>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6866209" y="3979549"/>
            <a:ext cx="8747575" cy="4019260"/>
            <a:chOff x="0" y="0"/>
            <a:chExt cx="2303888" cy="1058570"/>
          </a:xfrm>
        </p:grpSpPr>
        <p:sp>
          <p:nvSpPr>
            <p:cNvPr name="Freeform 12" id="12"/>
            <p:cNvSpPr/>
            <p:nvPr/>
          </p:nvSpPr>
          <p:spPr>
            <a:xfrm flipH="false" flipV="false" rot="0">
              <a:off x="0" y="0"/>
              <a:ext cx="2303888" cy="1058570"/>
            </a:xfrm>
            <a:custGeom>
              <a:avLst/>
              <a:gdLst/>
              <a:ahLst/>
              <a:cxnLst/>
              <a:rect r="r" b="b" t="t" l="l"/>
              <a:pathLst>
                <a:path h="1058570" w="2303888">
                  <a:moveTo>
                    <a:pt x="25666" y="0"/>
                  </a:moveTo>
                  <a:lnTo>
                    <a:pt x="2278222" y="0"/>
                  </a:lnTo>
                  <a:cubicBezTo>
                    <a:pt x="2285029" y="0"/>
                    <a:pt x="2291557" y="2704"/>
                    <a:pt x="2296371" y="7517"/>
                  </a:cubicBezTo>
                  <a:cubicBezTo>
                    <a:pt x="2301184" y="12331"/>
                    <a:pt x="2303888" y="18859"/>
                    <a:pt x="2303888" y="25666"/>
                  </a:cubicBezTo>
                  <a:lnTo>
                    <a:pt x="2303888" y="1032904"/>
                  </a:lnTo>
                  <a:cubicBezTo>
                    <a:pt x="2303888" y="1047079"/>
                    <a:pt x="2292397" y="1058570"/>
                    <a:pt x="2278222" y="1058570"/>
                  </a:cubicBezTo>
                  <a:lnTo>
                    <a:pt x="25666" y="1058570"/>
                  </a:lnTo>
                  <a:cubicBezTo>
                    <a:pt x="18859" y="1058570"/>
                    <a:pt x="12331" y="1055866"/>
                    <a:pt x="7517" y="1051053"/>
                  </a:cubicBezTo>
                  <a:cubicBezTo>
                    <a:pt x="2704" y="1046240"/>
                    <a:pt x="0" y="1039711"/>
                    <a:pt x="0" y="1032904"/>
                  </a:cubicBezTo>
                  <a:lnTo>
                    <a:pt x="0" y="25666"/>
                  </a:lnTo>
                  <a:cubicBezTo>
                    <a:pt x="0" y="18859"/>
                    <a:pt x="2704" y="12331"/>
                    <a:pt x="7517" y="7517"/>
                  </a:cubicBezTo>
                  <a:cubicBezTo>
                    <a:pt x="12331" y="2704"/>
                    <a:pt x="18859" y="0"/>
                    <a:pt x="25666" y="0"/>
                  </a:cubicBezTo>
                  <a:close/>
                </a:path>
              </a:pathLst>
            </a:custGeom>
            <a:solidFill>
              <a:srgbClr val="FDFDFD"/>
            </a:solidFill>
          </p:spPr>
        </p:sp>
        <p:sp>
          <p:nvSpPr>
            <p:cNvPr name="TextBox 13" id="13"/>
            <p:cNvSpPr txBox="true"/>
            <p:nvPr/>
          </p:nvSpPr>
          <p:spPr>
            <a:xfrm>
              <a:off x="0" y="-57150"/>
              <a:ext cx="2303888" cy="1115720"/>
            </a:xfrm>
            <a:prstGeom prst="rect">
              <a:avLst/>
            </a:prstGeom>
          </p:spPr>
          <p:txBody>
            <a:bodyPr anchor="ctr" rtlCol="false" tIns="50800" lIns="50800" bIns="50800" rIns="50800"/>
            <a:lstStyle/>
            <a:p>
              <a:pPr algn="ctr">
                <a:lnSpc>
                  <a:spcPts val="2753"/>
                </a:lnSpc>
              </a:pPr>
            </a:p>
          </p:txBody>
        </p:sp>
      </p:grpSp>
      <p:grpSp>
        <p:nvGrpSpPr>
          <p:cNvPr name="Group 14" id="14"/>
          <p:cNvGrpSpPr/>
          <p:nvPr/>
        </p:nvGrpSpPr>
        <p:grpSpPr>
          <a:xfrm rot="0">
            <a:off x="11001092" y="7862358"/>
            <a:ext cx="4249157" cy="697540"/>
            <a:chOff x="0" y="0"/>
            <a:chExt cx="1455080" cy="238865"/>
          </a:xfrm>
        </p:grpSpPr>
        <p:sp>
          <p:nvSpPr>
            <p:cNvPr name="Freeform 15" id="15"/>
            <p:cNvSpPr/>
            <p:nvPr/>
          </p:nvSpPr>
          <p:spPr>
            <a:xfrm flipH="false" flipV="false" rot="0">
              <a:off x="0" y="0"/>
              <a:ext cx="1455080" cy="238865"/>
            </a:xfrm>
            <a:custGeom>
              <a:avLst/>
              <a:gdLst/>
              <a:ahLst/>
              <a:cxnLst/>
              <a:rect r="r" b="b" t="t" l="l"/>
              <a:pathLst>
                <a:path h="238865" w="1455080">
                  <a:moveTo>
                    <a:pt x="119433" y="0"/>
                  </a:moveTo>
                  <a:lnTo>
                    <a:pt x="1335647" y="0"/>
                  </a:lnTo>
                  <a:cubicBezTo>
                    <a:pt x="1367323" y="0"/>
                    <a:pt x="1397701" y="12583"/>
                    <a:pt x="1420099" y="34981"/>
                  </a:cubicBezTo>
                  <a:cubicBezTo>
                    <a:pt x="1442497" y="57379"/>
                    <a:pt x="1455080" y="87757"/>
                    <a:pt x="1455080" y="119433"/>
                  </a:cubicBezTo>
                  <a:lnTo>
                    <a:pt x="1455080" y="119433"/>
                  </a:lnTo>
                  <a:cubicBezTo>
                    <a:pt x="1455080" y="185393"/>
                    <a:pt x="1401608" y="238865"/>
                    <a:pt x="1335647" y="238865"/>
                  </a:cubicBezTo>
                  <a:lnTo>
                    <a:pt x="119433" y="238865"/>
                  </a:lnTo>
                  <a:cubicBezTo>
                    <a:pt x="53472" y="238865"/>
                    <a:pt x="0" y="185393"/>
                    <a:pt x="0" y="119433"/>
                  </a:cubicBezTo>
                  <a:lnTo>
                    <a:pt x="0" y="119433"/>
                  </a:lnTo>
                  <a:cubicBezTo>
                    <a:pt x="0" y="53472"/>
                    <a:pt x="53472" y="0"/>
                    <a:pt x="119433" y="0"/>
                  </a:cubicBezTo>
                  <a:close/>
                </a:path>
              </a:pathLst>
            </a:custGeom>
            <a:solidFill>
              <a:srgbClr val="2B2A2A"/>
            </a:solidFill>
            <a:ln cap="rnd">
              <a:noFill/>
              <a:prstDash val="solid"/>
              <a:round/>
            </a:ln>
          </p:spPr>
        </p:sp>
        <p:sp>
          <p:nvSpPr>
            <p:cNvPr name="TextBox 16" id="16"/>
            <p:cNvSpPr txBox="true"/>
            <p:nvPr/>
          </p:nvSpPr>
          <p:spPr>
            <a:xfrm>
              <a:off x="0" y="-57150"/>
              <a:ext cx="1455080" cy="296015"/>
            </a:xfrm>
            <a:prstGeom prst="rect">
              <a:avLst/>
            </a:prstGeom>
          </p:spPr>
          <p:txBody>
            <a:bodyPr anchor="ctr" rtlCol="false" tIns="50800" lIns="50800" bIns="50800" rIns="50800"/>
            <a:lstStyle/>
            <a:p>
              <a:pPr algn="ctr" marL="0" indent="0" lvl="0">
                <a:lnSpc>
                  <a:spcPts val="2520"/>
                </a:lnSpc>
                <a:spcBef>
                  <a:spcPct val="0"/>
                </a:spcBef>
              </a:pPr>
            </a:p>
          </p:txBody>
        </p:sp>
      </p:grpSp>
      <p:sp>
        <p:nvSpPr>
          <p:cNvPr name="TextBox 17" id="17"/>
          <p:cNvSpPr txBox="true"/>
          <p:nvPr/>
        </p:nvSpPr>
        <p:spPr>
          <a:xfrm rot="0">
            <a:off x="8874176" y="4120473"/>
            <a:ext cx="6010998" cy="3727309"/>
          </a:xfrm>
          <a:prstGeom prst="rect">
            <a:avLst/>
          </a:prstGeom>
        </p:spPr>
        <p:txBody>
          <a:bodyPr anchor="t" rtlCol="false" tIns="0" lIns="0" bIns="0" rIns="0">
            <a:spAutoFit/>
          </a:bodyPr>
          <a:lstStyle/>
          <a:p>
            <a:pPr algn="l" marL="0" indent="0" lvl="0">
              <a:lnSpc>
                <a:spcPts val="9475"/>
              </a:lnSpc>
              <a:spcBef>
                <a:spcPct val="0"/>
              </a:spcBef>
            </a:pPr>
            <a:r>
              <a:rPr lang="en-US" b="true" sz="8855">
                <a:solidFill>
                  <a:srgbClr val="2B2A2A"/>
                </a:solidFill>
                <a:latin typeface="Poppins Bold"/>
                <a:ea typeface="Poppins Bold"/>
                <a:cs typeface="Poppins Bold"/>
                <a:sym typeface="Poppins Bold"/>
              </a:rPr>
              <a:t>Join LitScope Today!</a:t>
            </a:r>
          </a:p>
        </p:txBody>
      </p:sp>
      <p:sp>
        <p:nvSpPr>
          <p:cNvPr name="TextBox 18" id="18"/>
          <p:cNvSpPr txBox="true"/>
          <p:nvPr/>
        </p:nvSpPr>
        <p:spPr>
          <a:xfrm rot="0">
            <a:off x="11385315" y="8007215"/>
            <a:ext cx="3480709" cy="349989"/>
          </a:xfrm>
          <a:prstGeom prst="rect">
            <a:avLst/>
          </a:prstGeom>
        </p:spPr>
        <p:txBody>
          <a:bodyPr anchor="t" rtlCol="false" tIns="0" lIns="0" bIns="0" rIns="0">
            <a:spAutoFit/>
          </a:bodyPr>
          <a:lstStyle/>
          <a:p>
            <a:pPr algn="ctr">
              <a:lnSpc>
                <a:spcPts val="2753"/>
              </a:lnSpc>
            </a:pPr>
            <a:r>
              <a:rPr lang="en-US" sz="1967" u="sng">
                <a:solidFill>
                  <a:srgbClr val="FDFDFD"/>
                </a:solidFill>
                <a:latin typeface="Poppins"/>
                <a:ea typeface="Poppins"/>
                <a:cs typeface="Poppins"/>
                <a:sym typeface="Poppins"/>
                <a:hlinkClick r:id="rId2" tooltip="http://litscope.vercel.app"/>
              </a:rPr>
              <a:t>www.litscope.vercel.app</a:t>
            </a:r>
          </a:p>
        </p:txBody>
      </p:sp>
      <p:grpSp>
        <p:nvGrpSpPr>
          <p:cNvPr name="Group 19" id="19"/>
          <p:cNvGrpSpPr>
            <a:grpSpLocks noChangeAspect="true"/>
          </p:cNvGrpSpPr>
          <p:nvPr/>
        </p:nvGrpSpPr>
        <p:grpSpPr>
          <a:xfrm rot="0">
            <a:off x="1280777" y="2223926"/>
            <a:ext cx="6841525" cy="13537133"/>
            <a:chOff x="0" y="0"/>
            <a:chExt cx="2620010" cy="5184140"/>
          </a:xfrm>
        </p:grpSpPr>
        <p:sp>
          <p:nvSpPr>
            <p:cNvPr name="Freeform 20" id="20"/>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171616"/>
            </a:solidFill>
          </p:spPr>
        </p:sp>
        <p:sp>
          <p:nvSpPr>
            <p:cNvPr name="Freeform 21" id="21"/>
            <p:cNvSpPr/>
            <p:nvPr/>
          </p:nvSpPr>
          <p:spPr>
            <a:xfrm flipH="false" flipV="false" rot="0">
              <a:off x="185420" y="156210"/>
              <a:ext cx="2251710" cy="4876800"/>
            </a:xfrm>
            <a:custGeom>
              <a:avLst/>
              <a:gdLst/>
              <a:ahLst/>
              <a:cxnLst/>
              <a:rect r="r" b="b" t="t" l="l"/>
              <a:pathLst>
                <a:path h="4876800" w="225171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solidFill>
              <a:srgbClr val="2B2A2A"/>
            </a:solidFill>
            <a:ln w="12700">
              <a:solidFill>
                <a:srgbClr val="000000"/>
              </a:solidFill>
            </a:ln>
          </p:spPr>
        </p:sp>
        <p:sp>
          <p:nvSpPr>
            <p:cNvPr name="Freeform 22" id="22"/>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B64B8"/>
            </a:solidFill>
          </p:spPr>
        </p:sp>
        <p:sp>
          <p:nvSpPr>
            <p:cNvPr name="Freeform 23" id="23"/>
            <p:cNvSpPr/>
            <p:nvPr/>
          </p:nvSpPr>
          <p:spPr>
            <a:xfrm flipH="false" flipV="false" rot="0">
              <a:off x="1578312" y="187909"/>
              <a:ext cx="66636" cy="63602"/>
            </a:xfrm>
            <a:custGeom>
              <a:avLst/>
              <a:gdLst/>
              <a:ahLst/>
              <a:cxnLst/>
              <a:rect r="r" b="b" t="t" l="l"/>
              <a:pathLst>
                <a:path h="63602" w="66636">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6B64B8"/>
            </a:solidFill>
          </p:spPr>
        </p:sp>
        <p:sp>
          <p:nvSpPr>
            <p:cNvPr name="Freeform 24" id="24"/>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F0B7D0"/>
            </a:solidFill>
          </p:spPr>
        </p:sp>
        <p:sp>
          <p:nvSpPr>
            <p:cNvPr name="Freeform 25" id="25"/>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F0B7D0"/>
            </a:solidFill>
          </p:spPr>
        </p:sp>
        <p:sp>
          <p:nvSpPr>
            <p:cNvPr name="Freeform 26" id="26"/>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F0B7D0"/>
            </a:solidFill>
          </p:spPr>
        </p:sp>
        <p:sp>
          <p:nvSpPr>
            <p:cNvPr name="Freeform 27" id="27"/>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F0B7D0"/>
            </a:solidFill>
          </p:spPr>
        </p:sp>
        <p:sp>
          <p:nvSpPr>
            <p:cNvPr name="Freeform 28" id="28"/>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968CE4"/>
            </a:solidFill>
          </p:spPr>
        </p:sp>
      </p:grpSp>
      <p:sp>
        <p:nvSpPr>
          <p:cNvPr name="TextBox 29" id="29"/>
          <p:cNvSpPr txBox="true"/>
          <p:nvPr/>
        </p:nvSpPr>
        <p:spPr>
          <a:xfrm rot="0">
            <a:off x="9688080" y="1049992"/>
            <a:ext cx="1074634" cy="349989"/>
          </a:xfrm>
          <a:prstGeom prst="rect">
            <a:avLst/>
          </a:prstGeom>
        </p:spPr>
        <p:txBody>
          <a:bodyPr anchor="t" rtlCol="false" tIns="0" lIns="0" bIns="0" rIns="0">
            <a:spAutoFit/>
          </a:bodyPr>
          <a:lstStyle/>
          <a:p>
            <a:pPr algn="ctr">
              <a:lnSpc>
                <a:spcPts val="2753"/>
              </a:lnSpc>
            </a:pPr>
            <a:r>
              <a:rPr lang="en-US" sz="1967">
                <a:solidFill>
                  <a:srgbClr val="FDFDFD"/>
                </a:solidFill>
                <a:latin typeface="Poppins"/>
                <a:ea typeface="Poppins"/>
                <a:cs typeface="Poppins"/>
                <a:sym typeface="Poppins"/>
              </a:rPr>
              <a:t>Home</a:t>
            </a:r>
          </a:p>
        </p:txBody>
      </p:sp>
      <p:sp>
        <p:nvSpPr>
          <p:cNvPr name="TextBox 30" id="30"/>
          <p:cNvSpPr txBox="true"/>
          <p:nvPr/>
        </p:nvSpPr>
        <p:spPr>
          <a:xfrm rot="0">
            <a:off x="11491323" y="1049992"/>
            <a:ext cx="1446373" cy="349989"/>
          </a:xfrm>
          <a:prstGeom prst="rect">
            <a:avLst/>
          </a:prstGeom>
        </p:spPr>
        <p:txBody>
          <a:bodyPr anchor="t" rtlCol="false" tIns="0" lIns="0" bIns="0" rIns="0">
            <a:spAutoFit/>
          </a:bodyPr>
          <a:lstStyle/>
          <a:p>
            <a:pPr algn="ctr">
              <a:lnSpc>
                <a:spcPts val="2753"/>
              </a:lnSpc>
            </a:pPr>
            <a:r>
              <a:rPr lang="en-US" sz="1967">
                <a:solidFill>
                  <a:srgbClr val="FDFDFD"/>
                </a:solidFill>
                <a:latin typeface="Poppins"/>
                <a:ea typeface="Poppins"/>
                <a:cs typeface="Poppins"/>
                <a:sym typeface="Poppins"/>
              </a:rPr>
              <a:t>Profile</a:t>
            </a:r>
          </a:p>
        </p:txBody>
      </p:sp>
      <p:sp>
        <p:nvSpPr>
          <p:cNvPr name="TextBox 31" id="31"/>
          <p:cNvSpPr txBox="true"/>
          <p:nvPr/>
        </p:nvSpPr>
        <p:spPr>
          <a:xfrm rot="0">
            <a:off x="13666306" y="1049992"/>
            <a:ext cx="1218869" cy="349989"/>
          </a:xfrm>
          <a:prstGeom prst="rect">
            <a:avLst/>
          </a:prstGeom>
        </p:spPr>
        <p:txBody>
          <a:bodyPr anchor="t" rtlCol="false" tIns="0" lIns="0" bIns="0" rIns="0">
            <a:spAutoFit/>
          </a:bodyPr>
          <a:lstStyle/>
          <a:p>
            <a:pPr algn="ctr">
              <a:lnSpc>
                <a:spcPts val="2753"/>
              </a:lnSpc>
            </a:pPr>
            <a:r>
              <a:rPr lang="en-US" sz="1967">
                <a:solidFill>
                  <a:srgbClr val="FDFDFD"/>
                </a:solidFill>
                <a:latin typeface="Poppins"/>
                <a:ea typeface="Poppins"/>
                <a:cs typeface="Poppins"/>
                <a:sym typeface="Poppins"/>
              </a:rPr>
              <a:t>My Clubs</a:t>
            </a:r>
          </a:p>
        </p:txBody>
      </p:sp>
      <p:sp>
        <p:nvSpPr>
          <p:cNvPr name="TextBox 32" id="32"/>
          <p:cNvSpPr txBox="true"/>
          <p:nvPr/>
        </p:nvSpPr>
        <p:spPr>
          <a:xfrm rot="0">
            <a:off x="15613784" y="1049992"/>
            <a:ext cx="1281321" cy="349989"/>
          </a:xfrm>
          <a:prstGeom prst="rect">
            <a:avLst/>
          </a:prstGeom>
        </p:spPr>
        <p:txBody>
          <a:bodyPr anchor="t" rtlCol="false" tIns="0" lIns="0" bIns="0" rIns="0">
            <a:spAutoFit/>
          </a:bodyPr>
          <a:lstStyle/>
          <a:p>
            <a:pPr algn="ctr">
              <a:lnSpc>
                <a:spcPts val="2753"/>
              </a:lnSpc>
            </a:pPr>
            <a:r>
              <a:rPr lang="en-US" sz="1967">
                <a:solidFill>
                  <a:srgbClr val="DC6C6C"/>
                </a:solidFill>
                <a:latin typeface="Poppins"/>
                <a:ea typeface="Poppins"/>
                <a:cs typeface="Poppins"/>
                <a:sym typeface="Poppins"/>
              </a:rPr>
              <a:t>Log Out</a:t>
            </a:r>
          </a:p>
        </p:txBody>
      </p:sp>
      <p:grpSp>
        <p:nvGrpSpPr>
          <p:cNvPr name="Group 33" id="33"/>
          <p:cNvGrpSpPr/>
          <p:nvPr/>
        </p:nvGrpSpPr>
        <p:grpSpPr>
          <a:xfrm rot="0">
            <a:off x="1353602" y="964094"/>
            <a:ext cx="1931304" cy="579623"/>
            <a:chOff x="0" y="0"/>
            <a:chExt cx="2575072" cy="772830"/>
          </a:xfrm>
        </p:grpSpPr>
        <p:sp>
          <p:nvSpPr>
            <p:cNvPr name="Freeform 34" id="34"/>
            <p:cNvSpPr/>
            <p:nvPr/>
          </p:nvSpPr>
          <p:spPr>
            <a:xfrm flipH="false" flipV="false" rot="0">
              <a:off x="0" y="0"/>
              <a:ext cx="772830" cy="772830"/>
            </a:xfrm>
            <a:custGeom>
              <a:avLst/>
              <a:gdLst/>
              <a:ahLst/>
              <a:cxnLst/>
              <a:rect r="r" b="b" t="t" l="l"/>
              <a:pathLst>
                <a:path h="772830" w="772830">
                  <a:moveTo>
                    <a:pt x="0" y="0"/>
                  </a:moveTo>
                  <a:lnTo>
                    <a:pt x="772830" y="0"/>
                  </a:lnTo>
                  <a:lnTo>
                    <a:pt x="772830" y="772830"/>
                  </a:lnTo>
                  <a:lnTo>
                    <a:pt x="0" y="772830"/>
                  </a:lnTo>
                  <a:lnTo>
                    <a:pt x="0" y="0"/>
                  </a:lnTo>
                  <a:close/>
                </a:path>
              </a:pathLst>
            </a:custGeom>
            <a:blipFill>
              <a:blip r:embed="rId3"/>
              <a:stretch>
                <a:fillRect l="0" t="0" r="0" b="0"/>
              </a:stretch>
            </a:blipFill>
          </p:spPr>
        </p:sp>
        <p:sp>
          <p:nvSpPr>
            <p:cNvPr name="TextBox 35" id="35"/>
            <p:cNvSpPr txBox="true"/>
            <p:nvPr/>
          </p:nvSpPr>
          <p:spPr>
            <a:xfrm rot="0">
              <a:off x="742420" y="214179"/>
              <a:ext cx="1832652" cy="428341"/>
            </a:xfrm>
            <a:prstGeom prst="rect">
              <a:avLst/>
            </a:prstGeom>
          </p:spPr>
          <p:txBody>
            <a:bodyPr anchor="t" rtlCol="false" tIns="0" lIns="0" bIns="0" rIns="0">
              <a:spAutoFit/>
            </a:bodyPr>
            <a:lstStyle/>
            <a:p>
              <a:pPr algn="l">
                <a:lnSpc>
                  <a:spcPts val="2301"/>
                </a:lnSpc>
              </a:pPr>
              <a:r>
                <a:rPr lang="en-US" sz="2150" b="true">
                  <a:solidFill>
                    <a:srgbClr val="FDFDFD"/>
                  </a:solidFill>
                  <a:latin typeface="Poppins Medium"/>
                  <a:ea typeface="Poppins Medium"/>
                  <a:cs typeface="Poppins Medium"/>
                  <a:sym typeface="Poppins Medium"/>
                </a:rPr>
                <a:t>LitScope</a:t>
              </a:r>
            </a:p>
          </p:txBody>
        </p:sp>
      </p:grpSp>
      <p:grpSp>
        <p:nvGrpSpPr>
          <p:cNvPr name="Group 36" id="36"/>
          <p:cNvGrpSpPr/>
          <p:nvPr/>
        </p:nvGrpSpPr>
        <p:grpSpPr>
          <a:xfrm rot="0">
            <a:off x="3133776" y="5974602"/>
            <a:ext cx="3135528" cy="2653333"/>
            <a:chOff x="0" y="0"/>
            <a:chExt cx="4180704" cy="3537777"/>
          </a:xfrm>
        </p:grpSpPr>
        <p:sp>
          <p:nvSpPr>
            <p:cNvPr name="TextBox 37" id="37"/>
            <p:cNvSpPr txBox="true"/>
            <p:nvPr/>
          </p:nvSpPr>
          <p:spPr>
            <a:xfrm rot="0">
              <a:off x="0" y="2851674"/>
              <a:ext cx="4180704" cy="686103"/>
            </a:xfrm>
            <a:prstGeom prst="rect">
              <a:avLst/>
            </a:prstGeom>
          </p:spPr>
          <p:txBody>
            <a:bodyPr anchor="t" rtlCol="false" tIns="0" lIns="0" bIns="0" rIns="0">
              <a:spAutoFit/>
            </a:bodyPr>
            <a:lstStyle/>
            <a:p>
              <a:pPr algn="ctr">
                <a:lnSpc>
                  <a:spcPts val="3737"/>
                </a:lnSpc>
              </a:pPr>
              <a:r>
                <a:rPr lang="en-US" sz="3493">
                  <a:solidFill>
                    <a:srgbClr val="FDFDFD"/>
                  </a:solidFill>
                  <a:latin typeface="Poppins"/>
                  <a:ea typeface="Poppins"/>
                  <a:cs typeface="Poppins"/>
                  <a:sym typeface="Poppins"/>
                </a:rPr>
                <a:t>LitScope</a:t>
              </a:r>
            </a:p>
          </p:txBody>
        </p:sp>
        <p:sp>
          <p:nvSpPr>
            <p:cNvPr name="Freeform 38" id="38"/>
            <p:cNvSpPr/>
            <p:nvPr/>
          </p:nvSpPr>
          <p:spPr>
            <a:xfrm flipH="false" flipV="false" rot="0">
              <a:off x="551040" y="0"/>
              <a:ext cx="3022357" cy="3022357"/>
            </a:xfrm>
            <a:custGeom>
              <a:avLst/>
              <a:gdLst/>
              <a:ahLst/>
              <a:cxnLst/>
              <a:rect r="r" b="b" t="t" l="l"/>
              <a:pathLst>
                <a:path h="3022357" w="3022357">
                  <a:moveTo>
                    <a:pt x="0" y="0"/>
                  </a:moveTo>
                  <a:lnTo>
                    <a:pt x="3022357" y="0"/>
                  </a:lnTo>
                  <a:lnTo>
                    <a:pt x="3022357" y="3022357"/>
                  </a:lnTo>
                  <a:lnTo>
                    <a:pt x="0" y="3022357"/>
                  </a:lnTo>
                  <a:lnTo>
                    <a:pt x="0" y="0"/>
                  </a:lnTo>
                  <a:close/>
                </a:path>
              </a:pathLst>
            </a:custGeom>
            <a:blipFill>
              <a:blip r:embed="rId3"/>
              <a:stretch>
                <a:fillRect l="0" t="0" r="0" b="0"/>
              </a:stretch>
            </a:blipFill>
          </p:spPr>
        </p:sp>
      </p:grpSp>
    </p:spTree>
  </p:cSld>
  <p:clrMapOvr>
    <a:masterClrMapping/>
  </p:clrMapOvr>
  <p:transition spd="slow">
    <p:push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DAGdOW4fVMc</dc:identifier>
  <dcterms:modified xsi:type="dcterms:W3CDTF">2011-08-01T06:04:30Z</dcterms:modified>
  <cp:revision>1</cp:revision>
  <dc:title>Copy of LitScope</dc:title>
</cp:coreProperties>
</file>